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84" r:id="rId3"/>
  </p:sldMasterIdLst>
  <p:notesMasterIdLst>
    <p:notesMasterId r:id="rId17"/>
  </p:notesMasterIdLst>
  <p:sldIdLst>
    <p:sldId id="256" r:id="rId4"/>
    <p:sldId id="307" r:id="rId5"/>
    <p:sldId id="2109" r:id="rId6"/>
    <p:sldId id="2061" r:id="rId7"/>
    <p:sldId id="2063" r:id="rId8"/>
    <p:sldId id="2096" r:id="rId9"/>
    <p:sldId id="266" r:id="rId10"/>
    <p:sldId id="607" r:id="rId11"/>
    <p:sldId id="627" r:id="rId12"/>
    <p:sldId id="614" r:id="rId13"/>
    <p:sldId id="630" r:id="rId14"/>
    <p:sldId id="620" r:id="rId15"/>
    <p:sldId id="629" r:id="rId16"/>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1pPr>
    <a:lvl2pPr marL="0" marR="0" indent="1143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2pPr>
    <a:lvl3pPr marL="0" marR="0" indent="2286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3pPr>
    <a:lvl4pPr marL="0" marR="0" indent="3429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4pPr>
    <a:lvl5pPr marL="0" marR="0" indent="4572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5pPr>
    <a:lvl6pPr marL="0" marR="0" indent="5715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6pPr>
    <a:lvl7pPr marL="0" marR="0" indent="6858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7pPr>
    <a:lvl8pPr marL="0" marR="0" indent="8001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8pPr>
    <a:lvl9pPr marL="0" marR="0" indent="914400" algn="ctr" defTabSz="412750" rtl="0" fontAlgn="auto" latinLnBrk="0" hangingPunct="0">
      <a:lnSpc>
        <a:spcPct val="100000"/>
      </a:lnSpc>
      <a:spcBef>
        <a:spcPts val="0"/>
      </a:spcBef>
      <a:spcAft>
        <a:spcPts val="0"/>
      </a:spcAft>
      <a:buClrTx/>
      <a:buSzTx/>
      <a:buFontTx/>
      <a:buNone/>
      <a:defRPr kumimoji="0" sz="25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33332"/>
    <a:srgbClr val="67A5F4"/>
    <a:srgbClr val="83BD54"/>
    <a:srgbClr val="E5953A"/>
    <a:srgbClr val="F8F2D3"/>
    <a:srgbClr val="FFC000"/>
    <a:srgbClr val="AA6EDC"/>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18"/>
    <p:restoredTop sz="92697"/>
  </p:normalViewPr>
  <p:slideViewPr>
    <p:cSldViewPr snapToGrid="0" snapToObjects="1">
      <p:cViewPr varScale="1">
        <p:scale>
          <a:sx n="145" d="100"/>
          <a:sy n="145" d="100"/>
        </p:scale>
        <p:origin x="1224" y="17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62390552"/>
      </p:ext>
    </p:extLst>
  </p:cSld>
  <p:clrMap bg1="lt1" tx1="dk1" bg2="lt2" tx2="dk2" accent1="accent1" accent2="accent2" accent3="accent3" accent4="accent4" accent5="accent5" accent6="accent6" hlink="hlink" folHlink="folHlink"/>
  <p:notesStyle>
    <a:lvl1pPr defTabSz="228600" latinLnBrk="0">
      <a:lnSpc>
        <a:spcPct val="118000"/>
      </a:lnSpc>
      <a:defRPr sz="1100">
        <a:latin typeface="Helvetica Neue"/>
        <a:ea typeface="Helvetica Neue"/>
        <a:cs typeface="Helvetica Neue"/>
        <a:sym typeface="Helvetica Neue"/>
      </a:defRPr>
    </a:lvl1pPr>
    <a:lvl2pPr indent="114300" defTabSz="228600" latinLnBrk="0">
      <a:lnSpc>
        <a:spcPct val="118000"/>
      </a:lnSpc>
      <a:defRPr sz="1100">
        <a:latin typeface="Helvetica Neue"/>
        <a:ea typeface="Helvetica Neue"/>
        <a:cs typeface="Helvetica Neue"/>
        <a:sym typeface="Helvetica Neue"/>
      </a:defRPr>
    </a:lvl2pPr>
    <a:lvl3pPr indent="228600" defTabSz="228600" latinLnBrk="0">
      <a:lnSpc>
        <a:spcPct val="118000"/>
      </a:lnSpc>
      <a:defRPr sz="1100">
        <a:latin typeface="Helvetica Neue"/>
        <a:ea typeface="Helvetica Neue"/>
        <a:cs typeface="Helvetica Neue"/>
        <a:sym typeface="Helvetica Neue"/>
      </a:defRPr>
    </a:lvl3pPr>
    <a:lvl4pPr indent="342900" defTabSz="228600" latinLnBrk="0">
      <a:lnSpc>
        <a:spcPct val="118000"/>
      </a:lnSpc>
      <a:defRPr sz="1100">
        <a:latin typeface="Helvetica Neue"/>
        <a:ea typeface="Helvetica Neue"/>
        <a:cs typeface="Helvetica Neue"/>
        <a:sym typeface="Helvetica Neue"/>
      </a:defRPr>
    </a:lvl4pPr>
    <a:lvl5pPr indent="457200" defTabSz="228600" latinLnBrk="0">
      <a:lnSpc>
        <a:spcPct val="118000"/>
      </a:lnSpc>
      <a:defRPr sz="1100">
        <a:latin typeface="Helvetica Neue"/>
        <a:ea typeface="Helvetica Neue"/>
        <a:cs typeface="Helvetica Neue"/>
        <a:sym typeface="Helvetica Neue"/>
      </a:defRPr>
    </a:lvl5pPr>
    <a:lvl6pPr indent="571500" defTabSz="228600" latinLnBrk="0">
      <a:lnSpc>
        <a:spcPct val="118000"/>
      </a:lnSpc>
      <a:defRPr sz="1100">
        <a:latin typeface="Helvetica Neue"/>
        <a:ea typeface="Helvetica Neue"/>
        <a:cs typeface="Helvetica Neue"/>
        <a:sym typeface="Helvetica Neue"/>
      </a:defRPr>
    </a:lvl6pPr>
    <a:lvl7pPr indent="685800" defTabSz="228600" latinLnBrk="0">
      <a:lnSpc>
        <a:spcPct val="118000"/>
      </a:lnSpc>
      <a:defRPr sz="1100">
        <a:latin typeface="Helvetica Neue"/>
        <a:ea typeface="Helvetica Neue"/>
        <a:cs typeface="Helvetica Neue"/>
        <a:sym typeface="Helvetica Neue"/>
      </a:defRPr>
    </a:lvl7pPr>
    <a:lvl8pPr indent="800100" defTabSz="228600" latinLnBrk="0">
      <a:lnSpc>
        <a:spcPct val="118000"/>
      </a:lnSpc>
      <a:defRPr sz="1100">
        <a:latin typeface="Helvetica Neue"/>
        <a:ea typeface="Helvetica Neue"/>
        <a:cs typeface="Helvetica Neue"/>
        <a:sym typeface="Helvetica Neue"/>
      </a:defRPr>
    </a:lvl8pPr>
    <a:lvl9pPr indent="914400" defTabSz="228600" latinLnBrk="0">
      <a:lnSpc>
        <a:spcPct val="118000"/>
      </a:lnSpc>
      <a:defRPr sz="11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15455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82597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zh-CN" altLang="en-US" dirty="0"/>
              <a:t>产品规划</a:t>
            </a:r>
            <a:r>
              <a:rPr kumimoji="1" lang="en-US" altLang="zh-CN" dirty="0"/>
              <a:t>+</a:t>
            </a:r>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43F860CE-2DE1-CE41-B926-3896167A05E4}" type="slidenum">
              <a:rPr kumimoji="1" lang="zh-CN" altLang="en-US" smtClean="0"/>
              <a:t>4</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zh-CN" altLang="en-US" dirty="0"/>
              <a:t>产品规划</a:t>
            </a:r>
            <a:r>
              <a:rPr kumimoji="1" lang="en-US" altLang="zh-CN" dirty="0"/>
              <a:t>+</a:t>
            </a:r>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43F860CE-2DE1-CE41-B926-3896167A05E4}" type="slidenum">
              <a:rPr kumimoji="1" lang="zh-CN" altLang="en-US" smtClean="0"/>
              <a:t>5</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zh-CN" altLang="en-US" dirty="0"/>
              <a:t>补一张变化前后的图</a:t>
            </a:r>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43F860CE-2DE1-CE41-B926-3896167A05E4}" type="slidenum">
              <a:rPr kumimoji="1" lang="zh-CN" altLang="en-US" smtClean="0"/>
              <a:t>6</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9060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3357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77705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3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1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457200" rtl="0" eaLnBrk="1" fontAlgn="auto" latinLnBrk="0" hangingPunct="1">
              <a:lnSpc>
                <a:spcPct val="100000"/>
              </a:lnSpc>
              <a:buNone/>
              <a:defRPr kumimoji="0" lang="zh-CN" altLang="en-US" sz="3200" b="1" i="0" u="none" strike="noStrike" kern="1200" cap="none" spc="1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1pPr>
            <a:lvl2pPr marL="457200" marR="0" lvl="1" indent="0" algn="l" defTabSz="457200" rtl="0" eaLnBrk="1" fontAlgn="auto" latinLnBrk="0" hangingPunct="1">
              <a:lnSpc>
                <a:spcPct val="130000"/>
              </a:lnSpc>
              <a:spcBef>
                <a:spcPct val="1000"/>
              </a:spcBef>
              <a:spcAft>
                <a:spcPts val="500"/>
              </a:spcAft>
              <a:buFont typeface="Arial" panose="020B0604020202020204" pitchFamily="34" charset="0"/>
              <a:buNone/>
              <a:tabLst>
                <a:tab pos="804863" algn="l"/>
              </a:tabLst>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1pPr>
            <a:lvl2pPr marL="457200" marR="0" lvl="1" indent="0" algn="l" defTabSz="457200" rtl="0" eaLnBrk="1" fontAlgn="auto" latinLnBrk="0" hangingPunct="1">
              <a:lnSpc>
                <a:spcPct val="130000"/>
              </a:lnSpc>
              <a:spcBef>
                <a:spcPct val="1000"/>
              </a:spcBef>
              <a:spcAft>
                <a:spcPts val="500"/>
              </a:spcAft>
              <a:buFont typeface="Arial" panose="020B0604020202020204" pitchFamily="34" charset="0"/>
              <a:buNone/>
              <a:tabLst>
                <a:tab pos="804863" algn="l"/>
              </a:tabLst>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457200" rtl="0" eaLnBrk="1" fontAlgn="auto" latinLnBrk="0" hangingPunct="1">
              <a:lnSpc>
                <a:spcPct val="130000"/>
              </a:lnSpc>
              <a:spcBef>
                <a:spcPct val="1000"/>
              </a:spcBef>
              <a:spcAft>
                <a:spcPts val="500"/>
              </a:spcAft>
              <a:buFont typeface="Arial" panose="020B0604020202020204" pitchFamily="34" charset="0"/>
              <a:buChar char="•"/>
              <a:tabLst>
                <a:tab pos="804863" algn="l"/>
              </a:tabLst>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457200" rtl="0" eaLnBrk="1" fontAlgn="auto" latinLnBrk="0" hangingPunct="1">
              <a:lnSpc>
                <a:spcPct val="130000"/>
              </a:lnSpc>
              <a:spcBef>
                <a:spcPct val="1000"/>
              </a:spcBef>
              <a:spcAft>
                <a:spcPts val="500"/>
              </a:spcAft>
              <a:buFont typeface="Arial" panose="020B0604020202020204" pitchFamily="34" charset="0"/>
              <a:buChar char="•"/>
              <a:tabLst>
                <a:tab pos="804863" algn="l"/>
              </a:tabLst>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457200" rtl="0" eaLnBrk="1" fontAlgn="auto" latinLnBrk="0" hangingPunct="1">
              <a:lnSpc>
                <a:spcPct val="130000"/>
              </a:lnSpc>
              <a:spcBef>
                <a:spcPct val="1000"/>
              </a:spcBef>
              <a:spcAft>
                <a:spcPts val="500"/>
              </a:spcAft>
              <a:buFont typeface="Arial" panose="020B0604020202020204" pitchFamily="34" charset="0"/>
              <a:buChar char="•"/>
              <a:defRPr kumimoji="0" lang="zh-CN" altLang="en-US" sz="2400" b="0" i="0" u="none" strike="noStrike" kern="1200" cap="none" spc="75"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457200" rtl="0" eaLnBrk="1" fontAlgn="auto" latinLnBrk="0" hangingPunct="1">
              <a:lnSpc>
                <a:spcPct val="100000"/>
              </a:lnSpc>
              <a:buNone/>
              <a:defRPr kumimoji="0" lang="zh-CN" altLang="en-US" sz="3200" b="0" i="0" u="none" strike="noStrike" kern="1200" cap="none" spc="3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1309691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137C2B89-ECEC-7448-B53D-84518325FB0F}" type="datetimeFigureOut">
              <a:rPr kumimoji="1" lang="zh-CN" altLang="en-US" smtClean="0"/>
              <a:t>2022/12/29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00CE10E-F164-1A4D-9A06-8B3BCF453B74}" type="slidenum">
              <a:rPr kumimoji="1" lang="zh-CN" altLang="en-US" smtClean="0"/>
              <a:t>‹#›</a:t>
            </a:fld>
            <a:endParaRPr kumimoji="1" lang="zh-CN" altLang="en-US"/>
          </a:p>
        </p:txBody>
      </p:sp>
    </p:spTree>
    <p:extLst>
      <p:ext uri="{BB962C8B-B14F-4D97-AF65-F5344CB8AC3E}">
        <p14:creationId xmlns:p14="http://schemas.microsoft.com/office/powerpoint/2010/main" val="1190227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12/29/22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1648371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12/29/22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2924679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12/29/22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67681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12/29/22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657905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12/29/22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346805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12/29/22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1610014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12/29/22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1137650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29426694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CB4B4D-7CA3-9044-876B-883B54F8677D}" type="slidenum">
              <a:rPr lang="en-US" altLang="zh-CN"/>
              <a:t>‹#›</a:t>
            </a:fld>
            <a:endParaRPr lang="en-US" altLang="zh-CN"/>
          </a:p>
        </p:txBody>
      </p:sp>
    </p:spTree>
    <p:extLst>
      <p:ext uri="{BB962C8B-B14F-4D97-AF65-F5344CB8AC3E}">
        <p14:creationId xmlns:p14="http://schemas.microsoft.com/office/powerpoint/2010/main" val="701461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18535629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12ED60-1B30-264C-9729-C4FA1AF6F2A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6D5827EB-8921-6C47-85E0-44E324271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D8AB54C8-1DBD-DC48-893A-9EB366E31372}"/>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5" name="页脚占位符 4">
            <a:extLst>
              <a:ext uri="{FF2B5EF4-FFF2-40B4-BE49-F238E27FC236}">
                <a16:creationId xmlns:a16="http://schemas.microsoft.com/office/drawing/2014/main" id="{0B0D8A85-9F76-6641-82DE-CDA03474355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CD60BD-437C-A042-828E-88E7AC870C5E}"/>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892590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680764-3EEE-0347-B494-9D7B0760FBF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650F723-3FFE-FC4F-A262-09DBD3CE049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35ADCE9-3F11-DF44-A4A9-6964285C226E}"/>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5" name="页脚占位符 4">
            <a:extLst>
              <a:ext uri="{FF2B5EF4-FFF2-40B4-BE49-F238E27FC236}">
                <a16:creationId xmlns:a16="http://schemas.microsoft.com/office/drawing/2014/main" id="{9AC304CC-AA50-4D45-8139-CB572423670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58BD15F-E650-5A4D-90E6-71254CA612CC}"/>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41063877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7AA7E4-76BB-434A-B337-8AC5D27F083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7269132-1683-E94B-B034-630D403DDD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E0A71632-6AF5-5B48-9930-C323912696A6}"/>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5" name="页脚占位符 4">
            <a:extLst>
              <a:ext uri="{FF2B5EF4-FFF2-40B4-BE49-F238E27FC236}">
                <a16:creationId xmlns:a16="http://schemas.microsoft.com/office/drawing/2014/main" id="{497F5850-3D68-0B4B-9AF9-4E9252041C3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1DDFD0A-9D45-3444-8D11-335E5D3E9DF1}"/>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32532661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66498F-A7D8-4C49-9EC7-95DBB5161AA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672F43D-FB94-374D-9E74-47E3305B29CA}"/>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31FBFE8-20A7-934F-8561-0865DDF585DE}"/>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42450B5-FF05-4E44-937B-EF225F0C9F1F}"/>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6" name="页脚占位符 5">
            <a:extLst>
              <a:ext uri="{FF2B5EF4-FFF2-40B4-BE49-F238E27FC236}">
                <a16:creationId xmlns:a16="http://schemas.microsoft.com/office/drawing/2014/main" id="{FEF76A5C-F210-9343-94CC-ADFDA303C55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550EE92-A15E-4A45-9FD7-060966594BB9}"/>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18534931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B1E32E-5251-EE4C-B1E4-BB9E7327FA45}"/>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495D2A3-8D2F-E344-B561-5C56EAB0A3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19E5F042-3D86-4044-9CFB-BEAE5BED6047}"/>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96DB126-82AD-0C4E-BCAE-3539AF8D1E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5F0A8DEC-985C-4D44-96E1-CFA2DB695CD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012F6D5-6D10-4E4E-A20F-86EA98455795}"/>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8" name="页脚占位符 7">
            <a:extLst>
              <a:ext uri="{FF2B5EF4-FFF2-40B4-BE49-F238E27FC236}">
                <a16:creationId xmlns:a16="http://schemas.microsoft.com/office/drawing/2014/main" id="{D03E0FF4-2759-4049-9735-087041A5D64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1309B01A-3E9E-814E-AB7E-3EDA252D7BC0}"/>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9790908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66BAA9-702F-E849-927C-9E8B5A10BDB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8CFA275-4FAD-4244-9AD7-6EEA72906B4E}"/>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4" name="页脚占位符 3">
            <a:extLst>
              <a:ext uri="{FF2B5EF4-FFF2-40B4-BE49-F238E27FC236}">
                <a16:creationId xmlns:a16="http://schemas.microsoft.com/office/drawing/2014/main" id="{4CDD2EDE-8324-444B-869F-A4D5E04A5C8C}"/>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00E90EA-C36F-C445-B6DA-82237B551B28}"/>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11582686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E752B0A-55E0-BA42-BCAB-962986753F8C}"/>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3" name="页脚占位符 2">
            <a:extLst>
              <a:ext uri="{FF2B5EF4-FFF2-40B4-BE49-F238E27FC236}">
                <a16:creationId xmlns:a16="http://schemas.microsoft.com/office/drawing/2014/main" id="{E32CD216-AE04-4C4C-9D3E-5FF6AA39FEC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475A3E6-31ED-2B4C-9E7A-34F586A4CE74}"/>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32374821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0D2D19-06F4-D747-BA8B-32525DC06A10}"/>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E5EDDC85-6A96-A64D-A75A-F24C57C844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FF6367D-980B-2644-BBD1-22CC6290A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472E83A-D7FE-0046-8719-F62098E181AA}"/>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6" name="页脚占位符 5">
            <a:extLst>
              <a:ext uri="{FF2B5EF4-FFF2-40B4-BE49-F238E27FC236}">
                <a16:creationId xmlns:a16="http://schemas.microsoft.com/office/drawing/2014/main" id="{D8DDA065-F5CD-004E-839A-B48DF30E4A8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18559B6-EBEF-FC4B-9F17-07D94DC5738F}"/>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4964300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BC5AB8-053A-504D-B8DD-C549A757936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2721E463-D606-0844-8728-B6077D5497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CED19195-F6B9-7D48-B0E5-FDD3A55C52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D2BD928-BB5D-2F4C-B058-7803F65B27B2}"/>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6" name="页脚占位符 5">
            <a:extLst>
              <a:ext uri="{FF2B5EF4-FFF2-40B4-BE49-F238E27FC236}">
                <a16:creationId xmlns:a16="http://schemas.microsoft.com/office/drawing/2014/main" id="{88DCFD0D-576D-B64D-A4CE-12E816D47A1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7596444-A49D-CC48-82A7-C76D36941AB8}"/>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40477307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75AF83-E03F-F348-B978-E9D2E3197D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C80B7D5-1D09-5447-88F3-C235385F1EB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1F0D3B4-724E-714D-BCFC-4CBC2DA77526}"/>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5" name="页脚占位符 4">
            <a:extLst>
              <a:ext uri="{FF2B5EF4-FFF2-40B4-BE49-F238E27FC236}">
                <a16:creationId xmlns:a16="http://schemas.microsoft.com/office/drawing/2014/main" id="{C0746780-3185-4D44-8984-ADA46F7F7CE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B9FF591-670F-5E49-AB81-AD138E340F97}"/>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4051586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672EB5D-68D9-814C-B524-3751C2D7A5C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39C0700-B5C3-3C4E-B7D5-BC72E8C6E54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ED9ADCE-EC15-1B49-8218-F001C2F4CC77}"/>
              </a:ext>
            </a:extLst>
          </p:cNvPr>
          <p:cNvSpPr>
            <a:spLocks noGrp="1"/>
          </p:cNvSpPr>
          <p:nvPr>
            <p:ph type="dt" sz="half" idx="10"/>
          </p:nvPr>
        </p:nvSpPr>
        <p:spPr/>
        <p:txBody>
          <a:bodyPr/>
          <a:lstStyle/>
          <a:p>
            <a:fld id="{9BC5D2B1-67B9-4041-9F32-63D8E7BAFDCD}" type="datetimeFigureOut">
              <a:rPr kumimoji="1" lang="zh-CN" altLang="en-US" smtClean="0"/>
              <a:t>2022/12/29</a:t>
            </a:fld>
            <a:endParaRPr kumimoji="1" lang="zh-CN" altLang="en-US"/>
          </a:p>
        </p:txBody>
      </p:sp>
      <p:sp>
        <p:nvSpPr>
          <p:cNvPr id="5" name="页脚占位符 4">
            <a:extLst>
              <a:ext uri="{FF2B5EF4-FFF2-40B4-BE49-F238E27FC236}">
                <a16:creationId xmlns:a16="http://schemas.microsoft.com/office/drawing/2014/main" id="{BD8C6C46-DB08-2145-BFE2-6BFB491F493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7B9293F-555D-9F46-8CA6-121889828004}"/>
              </a:ext>
            </a:extLst>
          </p:cNvPr>
          <p:cNvSpPr>
            <a:spLocks noGrp="1"/>
          </p:cNvSpPr>
          <p:nvPr>
            <p:ph type="sldNum" sz="quarter" idx="12"/>
          </p:nvPr>
        </p:nvSpPr>
        <p:spPr/>
        <p:txBody>
          <a:body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36071523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8568605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2022/12/29</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0"/>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1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ct val="1000"/>
        </a:spcBef>
        <a:spcAft>
          <a:spcPts val="500"/>
        </a:spcAft>
        <a:buFont typeface="Arial" panose="020B0604020202020204" pitchFamily="34" charset="0"/>
        <a:buChar char="•"/>
        <a:defRPr sz="1600" u="none" strike="noStrike" kern="1200" cap="none" spc="75"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ct val="1000"/>
        </a:spcBef>
        <a:spcAft>
          <a:spcPts val="500"/>
        </a:spcAft>
        <a:buFont typeface="Arial" panose="020B0604020202020204" pitchFamily="34" charset="0"/>
        <a:buChar char="•"/>
        <a:tabLst>
          <a:tab pos="1609725" algn="l"/>
        </a:tabLst>
        <a:defRPr sz="1600" u="none" strike="noStrike" kern="1200" cap="none" spc="75"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ct val="1000"/>
        </a:spcBef>
        <a:spcAft>
          <a:spcPts val="500"/>
        </a:spcAft>
        <a:buFont typeface="Arial" panose="020B0604020202020204" pitchFamily="34" charset="0"/>
        <a:buChar char="•"/>
        <a:defRPr sz="1600" u="none" strike="noStrike" kern="1200" cap="none" spc="75"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ct val="1000"/>
        </a:spcBef>
        <a:spcAft>
          <a:spcPts val="500"/>
        </a:spcAft>
        <a:buFont typeface="Arial" panose="020B0604020202020204" pitchFamily="34" charset="0"/>
        <a:buChar char="•"/>
        <a:defRPr sz="1600" u="none" strike="noStrike" kern="1200" cap="none" spc="75"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ct val="1000"/>
        </a:spcBef>
        <a:spcAft>
          <a:spcPts val="500"/>
        </a:spcAft>
        <a:buFont typeface="Arial" panose="020B0604020202020204" pitchFamily="34" charset="0"/>
        <a:buChar char="•"/>
        <a:defRPr sz="1600" u="none" strike="noStrike" kern="1200" cap="none" spc="75"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ct val="201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201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201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201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FBDFE-C587-4B4C-A407-44438C67B59E}" type="datetimeFigureOut">
              <a:rPr lang="zh-CN" altLang="en-US" smtClean="0"/>
              <a:t>2022/12/29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603594962"/>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A16AE6-B632-8F42-80E7-513E618B7A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D8F81BA-3587-A34F-88CB-8C96B9C584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EBA436-1CBF-4642-A449-F82CBA1C85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C5D2B1-67B9-4041-9F32-63D8E7BAFDCD}" type="datetimeFigureOut">
              <a:rPr kumimoji="1" lang="zh-CN" altLang="en-US" smtClean="0"/>
              <a:t>2022/12/29</a:t>
            </a:fld>
            <a:endParaRPr kumimoji="1" lang="zh-CN" altLang="en-US"/>
          </a:p>
        </p:txBody>
      </p:sp>
      <p:sp>
        <p:nvSpPr>
          <p:cNvPr id="5" name="页脚占位符 4">
            <a:extLst>
              <a:ext uri="{FF2B5EF4-FFF2-40B4-BE49-F238E27FC236}">
                <a16:creationId xmlns:a16="http://schemas.microsoft.com/office/drawing/2014/main" id="{682F631B-DDA8-9B40-96A8-4540D72D0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E4935A20-7A46-3043-B7E2-2816029618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C9267-4F6D-E445-B66E-FD192209FBAC}" type="slidenum">
              <a:rPr kumimoji="1" lang="zh-CN" altLang="en-US" smtClean="0"/>
              <a:t>‹#›</a:t>
            </a:fld>
            <a:endParaRPr kumimoji="1" lang="zh-CN" altLang="en-US"/>
          </a:p>
        </p:txBody>
      </p:sp>
    </p:spTree>
    <p:extLst>
      <p:ext uri="{BB962C8B-B14F-4D97-AF65-F5344CB8AC3E}">
        <p14:creationId xmlns:p14="http://schemas.microsoft.com/office/powerpoint/2010/main" val="142027371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tiff"/><Relationship Id="rId7" Type="http://schemas.openxmlformats.org/officeDocument/2006/relationships/image" Target="../media/image8.tiff"/><Relationship Id="rId2" Type="http://schemas.openxmlformats.org/officeDocument/2006/relationships/slideLayout" Target="../slideLayouts/slideLayout10.xml"/><Relationship Id="rId1" Type="http://schemas.openxmlformats.org/officeDocument/2006/relationships/tags" Target="../tags/tag1.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tiff"/><Relationship Id="rId7"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tiff"/><Relationship Id="rId7" Type="http://schemas.openxmlformats.org/officeDocument/2006/relationships/image" Target="../media/image8.tiff"/><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tiff"/><Relationship Id="rId7" Type="http://schemas.openxmlformats.org/officeDocument/2006/relationships/image" Target="../media/image8.tiff"/><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tiff"/><Relationship Id="rId7" Type="http://schemas.openxmlformats.org/officeDocument/2006/relationships/image" Target="../media/image9.png"/><Relationship Id="rId2" Type="http://schemas.openxmlformats.org/officeDocument/2006/relationships/image" Target="../media/image4.tiff"/><Relationship Id="rId1" Type="http://schemas.openxmlformats.org/officeDocument/2006/relationships/slideLayout" Target="../slideLayouts/slideLayout10.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5.tiff"/><Relationship Id="rId7" Type="http://schemas.openxmlformats.org/officeDocument/2006/relationships/image" Target="../media/image9.png"/><Relationship Id="rId2" Type="http://schemas.openxmlformats.org/officeDocument/2006/relationships/image" Target="../media/image4.tiff"/><Relationship Id="rId1" Type="http://schemas.openxmlformats.org/officeDocument/2006/relationships/slideLayout" Target="../slideLayouts/slideLayout10.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5.tiff"/><Relationship Id="rId7" Type="http://schemas.openxmlformats.org/officeDocument/2006/relationships/image" Target="../media/image9.png"/><Relationship Id="rId2" Type="http://schemas.openxmlformats.org/officeDocument/2006/relationships/image" Target="../media/image4.tiff"/><Relationship Id="rId1" Type="http://schemas.openxmlformats.org/officeDocument/2006/relationships/slideLayout" Target="../slideLayouts/slideLayout10.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openxmlformats.org/officeDocument/2006/relationships/image" Target="../media/image5.tiff"/><Relationship Id="rId7" Type="http://schemas.openxmlformats.org/officeDocument/2006/relationships/image" Target="../media/image9.png"/><Relationship Id="rId2" Type="http://schemas.openxmlformats.org/officeDocument/2006/relationships/image" Target="../media/image4.tiff"/><Relationship Id="rId1" Type="http://schemas.openxmlformats.org/officeDocument/2006/relationships/slideLayout" Target="../slideLayouts/slideLayout22.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商城线2017总结&amp;2018规划…"/>
          <p:cNvSpPr txBox="1"/>
          <p:nvPr/>
        </p:nvSpPr>
        <p:spPr>
          <a:xfrm>
            <a:off x="2393070" y="1740305"/>
            <a:ext cx="7405874" cy="1051570"/>
          </a:xfrm>
          <a:prstGeom prst="rect">
            <a:avLst/>
          </a:prstGeom>
          <a:ln w="12700">
            <a:miter lim="400000"/>
          </a:ln>
        </p:spPr>
        <p:txBody>
          <a:bodyPr wrap="none" lIns="25400" tIns="25400" rIns="25400" bIns="25400" anchor="ctr">
            <a:spAutoFit/>
          </a:bodyPr>
          <a:lstStyle/>
          <a:p>
            <a:pPr defTabSz="292100">
              <a:defRPr sz="10000" b="1">
                <a:solidFill>
                  <a:srgbClr val="E35149"/>
                </a:solidFill>
                <a:latin typeface="Helvetica"/>
                <a:ea typeface="Helvetica"/>
                <a:cs typeface="Helvetica"/>
                <a:sym typeface="Helvetica"/>
              </a:defRPr>
            </a:pPr>
            <a:r>
              <a:rPr lang="en-US" altLang="zh-CN" sz="5000" dirty="0">
                <a:latin typeface="Microsoft YaHei" charset="-122"/>
                <a:ea typeface="Microsoft YaHei" charset="-122"/>
                <a:cs typeface="Microsoft YaHei" charset="-122"/>
              </a:rPr>
              <a:t>2020</a:t>
            </a:r>
            <a:r>
              <a:rPr lang="zh-CN" altLang="en-US" sz="5000" dirty="0">
                <a:latin typeface="Microsoft YaHei" charset="-122"/>
                <a:ea typeface="Microsoft YaHei" charset="-122"/>
                <a:cs typeface="Microsoft YaHei" charset="-122"/>
              </a:rPr>
              <a:t>基础平台上半年总结</a:t>
            </a:r>
            <a:endParaRPr sz="5000" dirty="0">
              <a:latin typeface="Microsoft YaHei" charset="-122"/>
              <a:ea typeface="Microsoft YaHei" charset="-122"/>
              <a:cs typeface="Microsoft YaHei" charset="-122"/>
            </a:endParaRPr>
          </a:p>
          <a:p>
            <a:pPr defTabSz="292100">
              <a:defRPr sz="3000" b="1">
                <a:solidFill>
                  <a:srgbClr val="E35149"/>
                </a:solidFill>
                <a:latin typeface="Helvetica"/>
                <a:ea typeface="Helvetica"/>
                <a:cs typeface="Helvetica"/>
                <a:sym typeface="Helvetica"/>
              </a:defRPr>
            </a:pPr>
            <a:endParaRPr sz="1500" dirty="0">
              <a:latin typeface="Microsoft YaHei" charset="-122"/>
              <a:ea typeface="Microsoft YaHei" charset="-122"/>
              <a:cs typeface="Microsoft YaHei" charset="-122"/>
            </a:endParaRPr>
          </a:p>
        </p:txBody>
      </p:sp>
      <p:pic>
        <p:nvPicPr>
          <p:cNvPr id="120" name="图像" descr="图像"/>
          <p:cNvPicPr>
            <a:picLocks noChangeAspect="1"/>
          </p:cNvPicPr>
          <p:nvPr/>
        </p:nvPicPr>
        <p:blipFill>
          <a:blip r:embed="rId3"/>
          <a:stretch>
            <a:fillRect/>
          </a:stretch>
        </p:blipFill>
        <p:spPr>
          <a:xfrm>
            <a:off x="5206455" y="2791874"/>
            <a:ext cx="1779092" cy="527989"/>
          </a:xfrm>
          <a:prstGeom prst="rect">
            <a:avLst/>
          </a:prstGeom>
          <a:ln w="12700">
            <a:miter lim="400000"/>
            <a:headEnd/>
            <a:tailEnd/>
          </a:ln>
        </p:spPr>
      </p:pic>
      <p:pic>
        <p:nvPicPr>
          <p:cNvPr id="121" name="图像" descr="图像"/>
          <p:cNvPicPr>
            <a:picLocks noChangeAspect="1"/>
          </p:cNvPicPr>
          <p:nvPr/>
        </p:nvPicPr>
        <p:blipFill>
          <a:blip r:embed="rId4"/>
          <a:stretch>
            <a:fillRect/>
          </a:stretch>
        </p:blipFill>
        <p:spPr>
          <a:xfrm>
            <a:off x="-2813" y="4206185"/>
            <a:ext cx="12197625" cy="2528467"/>
          </a:xfrm>
          <a:prstGeom prst="rect">
            <a:avLst/>
          </a:prstGeom>
          <a:ln w="12700">
            <a:miter lim="4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p:nvPr/>
        </p:nvSpPr>
        <p:spPr>
          <a:xfrm>
            <a:off x="-17537" y="2222478"/>
            <a:ext cx="1682646" cy="1682646"/>
          </a:xfrm>
          <a:prstGeom prst="rect">
            <a:avLst/>
          </a:prstGeom>
          <a:solidFill>
            <a:srgbClr val="2E1752"/>
          </a:solidFill>
          <a:ln w="12700">
            <a:miter lim="400000"/>
          </a:ln>
        </p:spPr>
        <p:txBody>
          <a:bodyPr lIns="25400" tIns="25400" rIns="25400" bIns="25400" anchor="ctr"/>
          <a:lstStyle>
            <a:lvl1pPr>
              <a:defRPr sz="12000" b="1">
                <a:solidFill>
                  <a:srgbClr val="FFFFFF"/>
                </a:solidFill>
                <a:latin typeface="Helvetica"/>
                <a:ea typeface="Helvetica"/>
                <a:cs typeface="Helvetica"/>
                <a:sym typeface="Helvetica"/>
              </a:defRPr>
            </a:lvl1pPr>
          </a:lstStyle>
          <a:p>
            <a:r>
              <a:rPr lang="zh-CN" altLang="en-US" sz="6000" dirty="0"/>
              <a:t> </a:t>
            </a:r>
            <a:r>
              <a:rPr sz="6000" dirty="0"/>
              <a:t>01</a:t>
            </a:r>
          </a:p>
        </p:txBody>
      </p:sp>
      <p:sp>
        <p:nvSpPr>
          <p:cNvPr id="123" name="Shape 123"/>
          <p:cNvSpPr/>
          <p:nvPr/>
        </p:nvSpPr>
        <p:spPr>
          <a:xfrm>
            <a:off x="1666396" y="2222478"/>
            <a:ext cx="10520277" cy="1682646"/>
          </a:xfrm>
          <a:prstGeom prst="rect">
            <a:avLst/>
          </a:prstGeom>
          <a:solidFill>
            <a:srgbClr val="EC4050"/>
          </a:solidFill>
          <a:ln w="12700">
            <a:miter lim="400000"/>
          </a:ln>
        </p:spPr>
        <p:txBody>
          <a:bodyPr lIns="25400" tIns="25400" rIns="25400" bIns="25400" anchor="ctr"/>
          <a:lstStyle>
            <a:lvl1pPr algn="l">
              <a:defRPr sz="6800" b="1">
                <a:solidFill>
                  <a:srgbClr val="FFFFFF"/>
                </a:solidFill>
                <a:latin typeface="Helvetica"/>
                <a:ea typeface="Helvetica"/>
                <a:cs typeface="Helvetica"/>
                <a:sym typeface="Helvetica"/>
              </a:defRPr>
            </a:lvl1pPr>
          </a:lstStyle>
          <a:p>
            <a:r>
              <a:rPr sz="3400" dirty="0"/>
              <a:t>   </a:t>
            </a:r>
            <a:r>
              <a:rPr lang="en-US" altLang="zh-CN" sz="3400" dirty="0"/>
              <a:t>***</a:t>
            </a:r>
            <a:r>
              <a:rPr lang="zh-CN" altLang="en-US" sz="3400" dirty="0"/>
              <a:t>中心</a:t>
            </a:r>
            <a:endParaRPr sz="3400" dirty="0"/>
          </a:p>
        </p:txBody>
      </p:sp>
    </p:spTree>
    <p:extLst>
      <p:ext uri="{BB962C8B-B14F-4D97-AF65-F5344CB8AC3E}">
        <p14:creationId xmlns:p14="http://schemas.microsoft.com/office/powerpoint/2010/main" val="2029412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BB62B61-9B2C-AA43-82EF-DCC3691FC564}"/>
              </a:ext>
            </a:extLst>
          </p:cNvPr>
          <p:cNvPicPr>
            <a:picLocks noChangeAspect="1"/>
          </p:cNvPicPr>
          <p:nvPr/>
        </p:nvPicPr>
        <p:blipFill>
          <a:blip r:embed="rId3"/>
          <a:stretch>
            <a:fillRect/>
          </a:stretch>
        </p:blipFill>
        <p:spPr>
          <a:xfrm>
            <a:off x="302261" y="59630"/>
            <a:ext cx="586977" cy="628904"/>
          </a:xfrm>
          <a:prstGeom prst="rect">
            <a:avLst/>
          </a:prstGeom>
        </p:spPr>
      </p:pic>
      <p:pic>
        <p:nvPicPr>
          <p:cNvPr id="10" name="图片 9">
            <a:extLst>
              <a:ext uri="{FF2B5EF4-FFF2-40B4-BE49-F238E27FC236}">
                <a16:creationId xmlns:a16="http://schemas.microsoft.com/office/drawing/2014/main" id="{2325D23D-9DEF-5743-A127-8426086BDEAB}"/>
              </a:ext>
            </a:extLst>
          </p:cNvPr>
          <p:cNvPicPr>
            <a:picLocks noChangeAspect="1"/>
          </p:cNvPicPr>
          <p:nvPr/>
        </p:nvPicPr>
        <p:blipFill>
          <a:blip r:embed="rId4"/>
          <a:stretch>
            <a:fillRect/>
          </a:stretch>
        </p:blipFill>
        <p:spPr>
          <a:xfrm>
            <a:off x="0" y="736166"/>
            <a:ext cx="12192000" cy="9236"/>
          </a:xfrm>
          <a:prstGeom prst="rect">
            <a:avLst/>
          </a:prstGeom>
          <a:solidFill>
            <a:srgbClr val="FF0000"/>
          </a:solidFill>
          <a:ln>
            <a:solidFill>
              <a:srgbClr val="FF0000"/>
            </a:solidFill>
          </a:ln>
        </p:spPr>
      </p:pic>
      <p:pic>
        <p:nvPicPr>
          <p:cNvPr id="11" name="图片 10">
            <a:extLst>
              <a:ext uri="{FF2B5EF4-FFF2-40B4-BE49-F238E27FC236}">
                <a16:creationId xmlns:a16="http://schemas.microsoft.com/office/drawing/2014/main" id="{204146AB-4A32-CE44-AF6A-CD8A3B28B5A6}"/>
              </a:ext>
            </a:extLst>
          </p:cNvPr>
          <p:cNvPicPr>
            <a:picLocks noChangeAspect="1"/>
          </p:cNvPicPr>
          <p:nvPr/>
        </p:nvPicPr>
        <p:blipFill>
          <a:blip r:embed="rId5"/>
          <a:stretch>
            <a:fillRect/>
          </a:stretch>
        </p:blipFill>
        <p:spPr>
          <a:xfrm>
            <a:off x="10070592" y="313267"/>
            <a:ext cx="1005840" cy="236220"/>
          </a:xfrm>
          <a:prstGeom prst="rect">
            <a:avLst/>
          </a:prstGeom>
        </p:spPr>
      </p:pic>
      <p:pic>
        <p:nvPicPr>
          <p:cNvPr id="12" name="图片 11">
            <a:extLst>
              <a:ext uri="{FF2B5EF4-FFF2-40B4-BE49-F238E27FC236}">
                <a16:creationId xmlns:a16="http://schemas.microsoft.com/office/drawing/2014/main" id="{890EC7C9-7FDC-0E4E-990C-B4D0088CFEBF}"/>
              </a:ext>
            </a:extLst>
          </p:cNvPr>
          <p:cNvPicPr>
            <a:picLocks noChangeAspect="1"/>
          </p:cNvPicPr>
          <p:nvPr/>
        </p:nvPicPr>
        <p:blipFill>
          <a:blip r:embed="rId6"/>
          <a:stretch>
            <a:fillRect/>
          </a:stretch>
        </p:blipFill>
        <p:spPr>
          <a:xfrm>
            <a:off x="11148895" y="403945"/>
            <a:ext cx="869369" cy="125476"/>
          </a:xfrm>
          <a:prstGeom prst="rect">
            <a:avLst/>
          </a:prstGeom>
        </p:spPr>
      </p:pic>
      <p:pic>
        <p:nvPicPr>
          <p:cNvPr id="13" name="图片 12">
            <a:extLst>
              <a:ext uri="{FF2B5EF4-FFF2-40B4-BE49-F238E27FC236}">
                <a16:creationId xmlns:a16="http://schemas.microsoft.com/office/drawing/2014/main" id="{00751D9E-BB1D-6E42-A8F9-4C1BF32C4584}"/>
              </a:ext>
            </a:extLst>
          </p:cNvPr>
          <p:cNvPicPr>
            <a:picLocks noChangeAspect="1"/>
          </p:cNvPicPr>
          <p:nvPr/>
        </p:nvPicPr>
        <p:blipFill>
          <a:blip r:embed="rId7"/>
          <a:stretch>
            <a:fillRect/>
          </a:stretch>
        </p:blipFill>
        <p:spPr>
          <a:xfrm>
            <a:off x="10035254" y="311042"/>
            <a:ext cx="203605" cy="254507"/>
          </a:xfrm>
          <a:prstGeom prst="rect">
            <a:avLst/>
          </a:prstGeom>
        </p:spPr>
      </p:pic>
      <p:sp>
        <p:nvSpPr>
          <p:cNvPr id="14" name="标题 1">
            <a:extLst>
              <a:ext uri="{FF2B5EF4-FFF2-40B4-BE49-F238E27FC236}">
                <a16:creationId xmlns:a16="http://schemas.microsoft.com/office/drawing/2014/main" id="{C16EBA98-D417-3C44-979A-9929F5008F53}"/>
              </a:ext>
            </a:extLst>
          </p:cNvPr>
          <p:cNvSpPr txBox="1"/>
          <p:nvPr/>
        </p:nvSpPr>
        <p:spPr>
          <a:xfrm>
            <a:off x="924576" y="195295"/>
            <a:ext cx="4402336" cy="5170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微软雅黑" charset="0"/>
                <a:ea typeface="微软雅黑" charset="0"/>
                <a:cs typeface="微软雅黑" charset="0"/>
                <a:sym typeface="+mn-ea"/>
              </a:rPr>
              <a:t>2022</a:t>
            </a:r>
            <a:r>
              <a:rPr lang="zh-CN" altLang="en-US" sz="2400" dirty="0">
                <a:latin typeface="微软雅黑" charset="0"/>
                <a:ea typeface="微软雅黑" charset="0"/>
                <a:cs typeface="微软雅黑" charset="0"/>
                <a:sym typeface="+mn-ea"/>
              </a:rPr>
              <a:t>商品总结</a:t>
            </a:r>
            <a:r>
              <a:rPr lang="en-US" altLang="zh-CN" sz="2400" dirty="0">
                <a:latin typeface="微软雅黑" charset="0"/>
                <a:ea typeface="微软雅黑" charset="0"/>
                <a:cs typeface="微软雅黑" charset="0"/>
              </a:rPr>
              <a:t>-</a:t>
            </a:r>
            <a:r>
              <a:rPr lang="zh-CN" altLang="en-US" sz="2400" dirty="0">
                <a:latin typeface="微软雅黑" charset="0"/>
                <a:ea typeface="微软雅黑" charset="0"/>
                <a:cs typeface="微软雅黑" charset="0"/>
              </a:rPr>
              <a:t>概况</a:t>
            </a:r>
          </a:p>
        </p:txBody>
      </p:sp>
      <p:pic>
        <p:nvPicPr>
          <p:cNvPr id="15" name="图片 14">
            <a:extLst>
              <a:ext uri="{FF2B5EF4-FFF2-40B4-BE49-F238E27FC236}">
                <a16:creationId xmlns:a16="http://schemas.microsoft.com/office/drawing/2014/main" id="{EFDA063A-E2C9-EB43-8F53-0228F4469D66}"/>
              </a:ext>
            </a:extLst>
          </p:cNvPr>
          <p:cNvPicPr>
            <a:picLocks noChangeAspect="1"/>
          </p:cNvPicPr>
          <p:nvPr/>
        </p:nvPicPr>
        <p:blipFill>
          <a:blip r:embed="rId8"/>
          <a:stretch>
            <a:fillRect/>
          </a:stretch>
        </p:blipFill>
        <p:spPr>
          <a:xfrm>
            <a:off x="-169944" y="-374177"/>
            <a:ext cx="1612664" cy="1612664"/>
          </a:xfrm>
          <a:prstGeom prst="rect">
            <a:avLst/>
          </a:prstGeom>
        </p:spPr>
      </p:pic>
      <p:grpSp>
        <p:nvGrpSpPr>
          <p:cNvPr id="231" name="f5a3406f-ac59-45ff-8c20-2f566312124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0F5EB8C-0BF7-A302-6DBA-3119336A26B8}"/>
              </a:ext>
            </a:extLst>
          </p:cNvPr>
          <p:cNvGrpSpPr>
            <a:grpSpLocks noChangeAspect="1"/>
          </p:cNvGrpSpPr>
          <p:nvPr>
            <p:custDataLst>
              <p:tags r:id="rId1"/>
            </p:custDataLst>
          </p:nvPr>
        </p:nvGrpSpPr>
        <p:grpSpPr>
          <a:xfrm>
            <a:off x="721100" y="1314000"/>
            <a:ext cx="10792588" cy="4630036"/>
            <a:chOff x="721100" y="1314000"/>
            <a:chExt cx="10792588" cy="4630036"/>
          </a:xfrm>
        </p:grpSpPr>
        <p:grpSp>
          <p:nvGrpSpPr>
            <p:cNvPr id="232" name="îŝļiḓe">
              <a:extLst>
                <a:ext uri="{FF2B5EF4-FFF2-40B4-BE49-F238E27FC236}">
                  <a16:creationId xmlns:a16="http://schemas.microsoft.com/office/drawing/2014/main" id="{565984A8-6F7B-2C12-94AF-85A2868DC10D}"/>
                </a:ext>
              </a:extLst>
            </p:cNvPr>
            <p:cNvGrpSpPr/>
            <p:nvPr/>
          </p:nvGrpSpPr>
          <p:grpSpPr>
            <a:xfrm>
              <a:off x="4353928" y="1314000"/>
              <a:ext cx="2976100" cy="2016224"/>
              <a:chOff x="1720275" y="1314000"/>
              <a:chExt cx="2976100" cy="2016224"/>
            </a:xfrm>
          </p:grpSpPr>
          <p:grpSp>
            <p:nvGrpSpPr>
              <p:cNvPr id="337" name="ïš1ïḓê">
                <a:extLst>
                  <a:ext uri="{FF2B5EF4-FFF2-40B4-BE49-F238E27FC236}">
                    <a16:creationId xmlns:a16="http://schemas.microsoft.com/office/drawing/2014/main" id="{52E652CB-14B1-DB06-CF16-EE8452C74FD0}"/>
                  </a:ext>
                </a:extLst>
              </p:cNvPr>
              <p:cNvGrpSpPr/>
              <p:nvPr/>
            </p:nvGrpSpPr>
            <p:grpSpPr>
              <a:xfrm>
                <a:off x="1720275" y="1314000"/>
                <a:ext cx="2976100" cy="2016224"/>
                <a:chOff x="156613" y="1872171"/>
                <a:chExt cx="3996756" cy="2212723"/>
              </a:xfrm>
            </p:grpSpPr>
            <p:sp>
              <p:nvSpPr>
                <p:cNvPr id="339" name="îṥ1ïḓe">
                  <a:extLst>
                    <a:ext uri="{FF2B5EF4-FFF2-40B4-BE49-F238E27FC236}">
                      <a16:creationId xmlns:a16="http://schemas.microsoft.com/office/drawing/2014/main" id="{DBCAEB33-7AEA-B1B1-A974-ABD9C2B60E3F}"/>
                    </a:ext>
                  </a:extLst>
                </p:cNvPr>
                <p:cNvSpPr/>
                <p:nvPr/>
              </p:nvSpPr>
              <p:spPr>
                <a:xfrm>
                  <a:off x="156613" y="2118223"/>
                  <a:ext cx="3996756" cy="1966671"/>
                </a:xfrm>
                <a:prstGeom prst="roundRect">
                  <a:avLst>
                    <a:gd name="adj" fmla="val 2415"/>
                  </a:avLst>
                </a:prstGeom>
                <a:solidFill>
                  <a:schemeClr val="bg1">
                    <a:lumMod val="95000"/>
                    <a:alpha val="40000"/>
                  </a:schemeClr>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tIns="46800" anchor="t">
                  <a:norm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br>
                    <a:rPr kumimoji="0" lang="zh-CN" altLang="en-US" sz="1000" b="0" i="0" u="none" strike="noStrike" kern="1200" cap="none" spc="0" normalizeH="0" baseline="0" noProof="0" dirty="0">
                      <a:ln>
                        <a:noFill/>
                      </a:ln>
                      <a:solidFill>
                        <a:srgbClr val="333639"/>
                      </a:solidFill>
                      <a:effectLst/>
                      <a:uLnTx/>
                      <a:uFillTx/>
                      <a:latin typeface="Arial"/>
                      <a:ea typeface="微软雅黑"/>
                      <a:cs typeface="+mn-cs"/>
                    </a:rPr>
                  </a:br>
                  <a:br>
                    <a:rPr kumimoji="0" lang="zh-CN" altLang="en-US" sz="1000" b="0" i="0" u="none" strike="noStrike" kern="1200" cap="none" spc="0" normalizeH="0" baseline="0" noProof="0" dirty="0">
                      <a:ln>
                        <a:noFill/>
                      </a:ln>
                      <a:solidFill>
                        <a:srgbClr val="333639"/>
                      </a:solidFill>
                      <a:effectLst/>
                      <a:uLnTx/>
                      <a:uFillTx/>
                      <a:latin typeface="Arial"/>
                      <a:ea typeface="微软雅黑"/>
                      <a:cs typeface="+mn-cs"/>
                    </a:rPr>
                  </a:br>
                  <a:endParaRPr kumimoji="0" lang="zh-CN" altLang="en-US" sz="1000" b="0" i="0" u="none" strike="noStrike" kern="1200" cap="none" spc="0" normalizeH="0" baseline="0" noProof="0" dirty="0">
                    <a:ln>
                      <a:noFill/>
                    </a:ln>
                    <a:solidFill>
                      <a:srgbClr val="333639"/>
                    </a:solidFill>
                    <a:effectLst/>
                    <a:uLnTx/>
                    <a:uFillTx/>
                    <a:latin typeface="Arial"/>
                    <a:ea typeface="微软雅黑"/>
                    <a:cs typeface="+mn-cs"/>
                  </a:endParaRPr>
                </a:p>
              </p:txBody>
            </p:sp>
            <p:sp>
              <p:nvSpPr>
                <p:cNvPr id="340" name="iŝ1îďé">
                  <a:extLst>
                    <a:ext uri="{FF2B5EF4-FFF2-40B4-BE49-F238E27FC236}">
                      <a16:creationId xmlns:a16="http://schemas.microsoft.com/office/drawing/2014/main" id="{89F4DD20-AB1B-1B83-09EB-A3E244E5260C}"/>
                    </a:ext>
                  </a:extLst>
                </p:cNvPr>
                <p:cNvSpPr/>
                <p:nvPr/>
              </p:nvSpPr>
              <p:spPr>
                <a:xfrm>
                  <a:off x="507407" y="1872171"/>
                  <a:ext cx="3295169" cy="422826"/>
                </a:xfrm>
                <a:prstGeom prst="roundRect">
                  <a:avLst>
                    <a:gd name="adj" fmla="val 50000"/>
                  </a:avLst>
                </a:prstGeom>
                <a:solidFill>
                  <a:schemeClr val="accent1"/>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a:ea typeface="微软雅黑"/>
                      <a:cs typeface="+mn-cs"/>
                    </a:rPr>
                    <a:t>有无批次的割裂</a:t>
                  </a:r>
                </a:p>
              </p:txBody>
            </p:sp>
            <p:sp>
              <p:nvSpPr>
                <p:cNvPr id="341" name="íṡḻiḋê">
                  <a:extLst>
                    <a:ext uri="{FF2B5EF4-FFF2-40B4-BE49-F238E27FC236}">
                      <a16:creationId xmlns:a16="http://schemas.microsoft.com/office/drawing/2014/main" id="{ADF60318-B2AF-9CC3-81AE-0D5562B55C0F}"/>
                    </a:ext>
                  </a:extLst>
                </p:cNvPr>
                <p:cNvSpPr txBox="1"/>
                <p:nvPr/>
              </p:nvSpPr>
              <p:spPr bwMode="auto">
                <a:xfrm>
                  <a:off x="1163367" y="1979291"/>
                  <a:ext cx="107" cy="243196"/>
                </a:xfrm>
                <a:prstGeom prst="rect">
                  <a:avLst/>
                </a:prstGeom>
                <a:noFill/>
                <a:scene3d>
                  <a:camera prst="orthographicFront">
                    <a:rot lat="0" lon="0" rev="0"/>
                  </a:camera>
                  <a:lightRig rig="threePt" dir="t"/>
                </a:scene3d>
                <a:sp3d prstMaterial="matte">
                  <a:bevelT w="1270" h="127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grpSp>
          <p:sp>
            <p:nvSpPr>
              <p:cNvPr id="338" name="î$lïḋé">
                <a:extLst>
                  <a:ext uri="{FF2B5EF4-FFF2-40B4-BE49-F238E27FC236}">
                    <a16:creationId xmlns:a16="http://schemas.microsoft.com/office/drawing/2014/main" id="{C4D37957-9A0F-8D90-5C4F-76DBD5212392}"/>
                  </a:ext>
                </a:extLst>
              </p:cNvPr>
              <p:cNvSpPr/>
              <p:nvPr/>
            </p:nvSpPr>
            <p:spPr bwMode="auto">
              <a:xfrm>
                <a:off x="1888373" y="1915500"/>
                <a:ext cx="2632628" cy="1095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marR="0" lvl="0" indent="-171450" algn="l" defTabSz="914377"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mn-ea"/>
                    <a:cs typeface="+mn-cs"/>
                  </a:rPr>
                  <a:t>有批次全在商品。</a:t>
                </a:r>
                <a:endParaRPr kumimoji="0" lang="en-US" altLang="zh-CN" sz="1200" b="0" i="0" u="none" strike="noStrike" kern="1200" cap="none" spc="0" normalizeH="0" baseline="0" noProof="0" dirty="0">
                  <a:ln>
                    <a:noFill/>
                  </a:ln>
                  <a:solidFill>
                    <a:srgbClr val="000000"/>
                  </a:solidFill>
                  <a:effectLst/>
                  <a:uLnTx/>
                  <a:uFillTx/>
                  <a:latin typeface="+mn-ea"/>
                  <a:cs typeface="+mn-cs"/>
                </a:endParaRPr>
              </a:p>
              <a:p>
                <a:pPr marL="171450" marR="0" lvl="0" indent="-171450" algn="l" defTabSz="914377"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mn-ea"/>
                    <a:cs typeface="+mn-cs"/>
                  </a:rPr>
                  <a:t>无批次日常价在商品，活动价在营销</a:t>
                </a:r>
                <a:r>
                  <a:rPr lang="zh-CN" altLang="en-US" sz="1200" dirty="0">
                    <a:solidFill>
                      <a:srgbClr val="000000"/>
                    </a:solidFill>
                    <a:latin typeface="+mn-ea"/>
                  </a:rPr>
                  <a:t>。</a:t>
                </a:r>
                <a:endParaRPr kumimoji="0" lang="en-US" altLang="zh-CN" sz="1200" b="0" i="0" u="none" strike="noStrike" kern="1200" cap="none" spc="0" normalizeH="0" baseline="0" noProof="0" dirty="0">
                  <a:ln>
                    <a:noFill/>
                  </a:ln>
                  <a:solidFill>
                    <a:srgbClr val="000000"/>
                  </a:solidFill>
                  <a:effectLst/>
                  <a:uLnTx/>
                  <a:uFillTx/>
                  <a:latin typeface="+mn-ea"/>
                  <a:cs typeface="+mn-cs"/>
                </a:endParaRPr>
              </a:p>
            </p:txBody>
          </p:sp>
        </p:grpSp>
        <p:grpSp>
          <p:nvGrpSpPr>
            <p:cNvPr id="233" name="íSḷîḓê">
              <a:extLst>
                <a:ext uri="{FF2B5EF4-FFF2-40B4-BE49-F238E27FC236}">
                  <a16:creationId xmlns:a16="http://schemas.microsoft.com/office/drawing/2014/main" id="{BFBC1ED7-6DD6-382B-F7D6-C94DC5B808F7}"/>
                </a:ext>
              </a:extLst>
            </p:cNvPr>
            <p:cNvGrpSpPr/>
            <p:nvPr/>
          </p:nvGrpSpPr>
          <p:grpSpPr>
            <a:xfrm>
              <a:off x="4353928" y="3927812"/>
              <a:ext cx="2976100" cy="2016224"/>
              <a:chOff x="1720275" y="3953059"/>
              <a:chExt cx="2976100" cy="2016224"/>
            </a:xfrm>
          </p:grpSpPr>
          <p:grpSp>
            <p:nvGrpSpPr>
              <p:cNvPr id="333" name="íṥḷídê">
                <a:extLst>
                  <a:ext uri="{FF2B5EF4-FFF2-40B4-BE49-F238E27FC236}">
                    <a16:creationId xmlns:a16="http://schemas.microsoft.com/office/drawing/2014/main" id="{0A721FCF-E9FF-F5E8-453C-69632C8F28B0}"/>
                  </a:ext>
                </a:extLst>
              </p:cNvPr>
              <p:cNvGrpSpPr/>
              <p:nvPr/>
            </p:nvGrpSpPr>
            <p:grpSpPr>
              <a:xfrm>
                <a:off x="1720275" y="3953059"/>
                <a:ext cx="2976100" cy="2016224"/>
                <a:chOff x="156613" y="1872171"/>
                <a:chExt cx="3996756" cy="2212723"/>
              </a:xfrm>
            </p:grpSpPr>
            <p:sp>
              <p:nvSpPr>
                <p:cNvPr id="335" name="îşľiḋé">
                  <a:extLst>
                    <a:ext uri="{FF2B5EF4-FFF2-40B4-BE49-F238E27FC236}">
                      <a16:creationId xmlns:a16="http://schemas.microsoft.com/office/drawing/2014/main" id="{33EBE457-4262-7935-AE3A-C9CD742F14F6}"/>
                    </a:ext>
                  </a:extLst>
                </p:cNvPr>
                <p:cNvSpPr/>
                <p:nvPr/>
              </p:nvSpPr>
              <p:spPr>
                <a:xfrm>
                  <a:off x="156613" y="2118223"/>
                  <a:ext cx="3996756" cy="1966671"/>
                </a:xfrm>
                <a:prstGeom prst="roundRect">
                  <a:avLst>
                    <a:gd name="adj" fmla="val 2415"/>
                  </a:avLst>
                </a:prstGeom>
                <a:solidFill>
                  <a:schemeClr val="bg1">
                    <a:lumMod val="95000"/>
                    <a:alpha val="40000"/>
                  </a:schemeClr>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tIns="46800" anchor="t">
                  <a:norm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br>
                    <a:rPr kumimoji="0" lang="zh-CN" altLang="en-US" sz="1000" b="0" i="0" u="none" strike="noStrike" kern="1200" cap="none" spc="0" normalizeH="0" baseline="0" noProof="0" dirty="0">
                      <a:ln>
                        <a:noFill/>
                      </a:ln>
                      <a:solidFill>
                        <a:srgbClr val="333639"/>
                      </a:solidFill>
                      <a:effectLst/>
                      <a:uLnTx/>
                      <a:uFillTx/>
                      <a:latin typeface="Arial"/>
                      <a:ea typeface="微软雅黑"/>
                      <a:cs typeface="+mn-cs"/>
                    </a:rPr>
                  </a:br>
                  <a:endParaRPr kumimoji="0" lang="zh-CN" altLang="en-US" sz="1000" b="0" i="0" u="none" strike="noStrike" kern="1200" cap="none" spc="0" normalizeH="0" baseline="0" noProof="0" dirty="0">
                    <a:ln>
                      <a:noFill/>
                    </a:ln>
                    <a:solidFill>
                      <a:srgbClr val="333639"/>
                    </a:solidFill>
                    <a:effectLst/>
                    <a:uLnTx/>
                    <a:uFillTx/>
                    <a:latin typeface="Arial"/>
                    <a:ea typeface="微软雅黑"/>
                    <a:cs typeface="+mn-cs"/>
                  </a:endParaRPr>
                </a:p>
              </p:txBody>
            </p:sp>
            <p:sp>
              <p:nvSpPr>
                <p:cNvPr id="336" name="islidê">
                  <a:extLst>
                    <a:ext uri="{FF2B5EF4-FFF2-40B4-BE49-F238E27FC236}">
                      <a16:creationId xmlns:a16="http://schemas.microsoft.com/office/drawing/2014/main" id="{6CA0D399-F861-61BE-00D0-82EFA9A2456B}"/>
                    </a:ext>
                  </a:extLst>
                </p:cNvPr>
                <p:cNvSpPr/>
                <p:nvPr/>
              </p:nvSpPr>
              <p:spPr>
                <a:xfrm>
                  <a:off x="507407" y="1872171"/>
                  <a:ext cx="3295169" cy="422826"/>
                </a:xfrm>
                <a:prstGeom prst="roundRect">
                  <a:avLst>
                    <a:gd name="adj" fmla="val 50000"/>
                  </a:avLst>
                </a:prstGeom>
                <a:solidFill>
                  <a:schemeClr val="accent3"/>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Arial"/>
                      <a:ea typeface="微软雅黑"/>
                      <a:cs typeface="+mn-cs"/>
                    </a:rPr>
                    <a:t>价格计算整体复杂度高</a:t>
                  </a:r>
                </a:p>
              </p:txBody>
            </p:sp>
          </p:grpSp>
          <p:sp>
            <p:nvSpPr>
              <p:cNvPr id="334" name="íṡḻïďê">
                <a:extLst>
                  <a:ext uri="{FF2B5EF4-FFF2-40B4-BE49-F238E27FC236}">
                    <a16:creationId xmlns:a16="http://schemas.microsoft.com/office/drawing/2014/main" id="{94BF9764-D906-249F-B059-1CA42E95610C}"/>
                  </a:ext>
                </a:extLst>
              </p:cNvPr>
              <p:cNvSpPr/>
              <p:nvPr/>
            </p:nvSpPr>
            <p:spPr bwMode="auto">
              <a:xfrm>
                <a:off x="1892011" y="4474021"/>
                <a:ext cx="2632628" cy="1191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marR="0" lvl="0" indent="-171450" algn="l" defTabSz="914377"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mn-ea"/>
                    <a:cs typeface="+mn-cs"/>
                  </a:rPr>
                  <a:t>学习理解成本高</a:t>
                </a:r>
                <a:r>
                  <a:rPr lang="zh-CN" altLang="en-US" sz="1200" dirty="0">
                    <a:solidFill>
                      <a:srgbClr val="000000"/>
                    </a:solidFill>
                    <a:latin typeface="+mn-ea"/>
                  </a:rPr>
                  <a:t>。</a:t>
                </a:r>
                <a:endParaRPr kumimoji="0" lang="en-US" altLang="zh-CN" sz="1200" b="0" i="0" u="none" strike="noStrike" kern="1200" cap="none" spc="0" normalizeH="0" baseline="0" noProof="0" dirty="0">
                  <a:ln>
                    <a:noFill/>
                  </a:ln>
                  <a:solidFill>
                    <a:srgbClr val="000000"/>
                  </a:solidFill>
                  <a:effectLst/>
                  <a:uLnTx/>
                  <a:uFillTx/>
                  <a:latin typeface="+mn-ea"/>
                  <a:cs typeface="+mn-cs"/>
                </a:endParaRPr>
              </a:p>
              <a:p>
                <a:pPr marL="171450" marR="0" lvl="0" indent="-171450" algn="l" defTabSz="914377"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mn-ea"/>
                    <a:cs typeface="+mn-cs"/>
                  </a:rPr>
                  <a:t>价格计算因素多，环节多，排查困难 。</a:t>
                </a:r>
                <a:endParaRPr kumimoji="0" lang="en-US" altLang="zh-CN" sz="1200" b="0" i="0" u="none" strike="noStrike" kern="1200" cap="none" spc="0" normalizeH="0" baseline="0" noProof="0" dirty="0">
                  <a:ln>
                    <a:noFill/>
                  </a:ln>
                  <a:solidFill>
                    <a:srgbClr val="000000"/>
                  </a:solidFill>
                  <a:effectLst/>
                  <a:uLnTx/>
                  <a:uFillTx/>
                  <a:latin typeface="+mn-ea"/>
                  <a:cs typeface="+mn-cs"/>
                </a:endParaRPr>
              </a:p>
              <a:p>
                <a:pPr marL="171450" marR="0" lvl="0" indent="-171450" algn="l" defTabSz="914377"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rgbClr val="000000"/>
                    </a:solidFill>
                    <a:effectLst/>
                    <a:uLnTx/>
                    <a:uFillTx/>
                    <a:latin typeface="+mn-ea"/>
                    <a:cs typeface="+mn-cs"/>
                  </a:rPr>
                  <a:t>价格回归成本以及覆盖率黑盒</a:t>
                </a:r>
                <a:endParaRPr kumimoji="0" lang="en-US" altLang="zh-CN" sz="1200" b="0" i="0" u="none" strike="noStrike" kern="1200" cap="none" spc="0" normalizeH="0" baseline="0" noProof="0" dirty="0">
                  <a:ln>
                    <a:noFill/>
                  </a:ln>
                  <a:solidFill>
                    <a:srgbClr val="000000"/>
                  </a:solidFill>
                  <a:effectLst/>
                  <a:uLnTx/>
                  <a:uFillTx/>
                  <a:latin typeface="+mn-ea"/>
                  <a:cs typeface="+mn-cs"/>
                </a:endParaRPr>
              </a:p>
            </p:txBody>
          </p:sp>
        </p:grpSp>
        <p:grpSp>
          <p:nvGrpSpPr>
            <p:cNvPr id="234" name="iŝļîdê">
              <a:extLst>
                <a:ext uri="{FF2B5EF4-FFF2-40B4-BE49-F238E27FC236}">
                  <a16:creationId xmlns:a16="http://schemas.microsoft.com/office/drawing/2014/main" id="{1EE0C498-01E0-BB20-F901-516ECB51B36B}"/>
                </a:ext>
              </a:extLst>
            </p:cNvPr>
            <p:cNvGrpSpPr/>
            <p:nvPr/>
          </p:nvGrpSpPr>
          <p:grpSpPr>
            <a:xfrm>
              <a:off x="7777901" y="2040717"/>
              <a:ext cx="3735787" cy="3390884"/>
              <a:chOff x="7704633" y="1991998"/>
              <a:chExt cx="3735787" cy="3390884"/>
            </a:xfrm>
          </p:grpSpPr>
          <p:sp>
            <p:nvSpPr>
              <p:cNvPr id="238" name="ïś1íḋe">
                <a:extLst>
                  <a:ext uri="{FF2B5EF4-FFF2-40B4-BE49-F238E27FC236}">
                    <a16:creationId xmlns:a16="http://schemas.microsoft.com/office/drawing/2014/main" id="{180017DA-3777-E737-A61F-88FA10D67887}"/>
                  </a:ext>
                </a:extLst>
              </p:cNvPr>
              <p:cNvSpPr/>
              <p:nvPr/>
            </p:nvSpPr>
            <p:spPr>
              <a:xfrm>
                <a:off x="8317808" y="2344925"/>
                <a:ext cx="2843065" cy="2845549"/>
              </a:xfrm>
              <a:prstGeom prst="ellipse">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39" name="išļíḋe">
                <a:extLst>
                  <a:ext uri="{FF2B5EF4-FFF2-40B4-BE49-F238E27FC236}">
                    <a16:creationId xmlns:a16="http://schemas.microsoft.com/office/drawing/2014/main" id="{86EAA5A0-AE11-8D69-BDA1-41B3B5FE0694}"/>
                  </a:ext>
                </a:extLst>
              </p:cNvPr>
              <p:cNvSpPr/>
              <p:nvPr/>
            </p:nvSpPr>
            <p:spPr bwMode="auto">
              <a:xfrm>
                <a:off x="10489270" y="2875902"/>
                <a:ext cx="398543" cy="973445"/>
              </a:xfrm>
              <a:custGeom>
                <a:avLst/>
                <a:gdLst>
                  <a:gd name="T0" fmla="*/ 7 w 287"/>
                  <a:gd name="T1" fmla="*/ 417 h 701"/>
                  <a:gd name="T2" fmla="*/ 230 w 287"/>
                  <a:gd name="T3" fmla="*/ 701 h 701"/>
                  <a:gd name="T4" fmla="*/ 287 w 287"/>
                  <a:gd name="T5" fmla="*/ 310 h 701"/>
                  <a:gd name="T6" fmla="*/ 0 w 287"/>
                  <a:gd name="T7" fmla="*/ 0 h 701"/>
                </a:gdLst>
                <a:ahLst/>
                <a:cxnLst>
                  <a:cxn ang="0">
                    <a:pos x="T0" y="T1"/>
                  </a:cxn>
                  <a:cxn ang="0">
                    <a:pos x="T2" y="T3"/>
                  </a:cxn>
                  <a:cxn ang="0">
                    <a:pos x="T4" y="T5"/>
                  </a:cxn>
                  <a:cxn ang="0">
                    <a:pos x="T6" y="T7"/>
                  </a:cxn>
                </a:cxnLst>
                <a:rect l="0" t="0" r="r" b="b"/>
                <a:pathLst>
                  <a:path w="287" h="701">
                    <a:moveTo>
                      <a:pt x="7" y="417"/>
                    </a:moveTo>
                    <a:lnTo>
                      <a:pt x="230" y="701"/>
                    </a:lnTo>
                    <a:lnTo>
                      <a:pt x="287" y="310"/>
                    </a:lnTo>
                    <a:lnTo>
                      <a:pt x="0"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0" name="íšlíḋê">
                <a:extLst>
                  <a:ext uri="{FF2B5EF4-FFF2-40B4-BE49-F238E27FC236}">
                    <a16:creationId xmlns:a16="http://schemas.microsoft.com/office/drawing/2014/main" id="{34466972-296A-3D7C-B267-717914FE7101}"/>
                  </a:ext>
                </a:extLst>
              </p:cNvPr>
              <p:cNvSpPr/>
              <p:nvPr/>
            </p:nvSpPr>
            <p:spPr bwMode="auto">
              <a:xfrm>
                <a:off x="9410287" y="2066318"/>
                <a:ext cx="1210905" cy="2830073"/>
              </a:xfrm>
              <a:custGeom>
                <a:avLst/>
                <a:gdLst>
                  <a:gd name="T0" fmla="*/ 853 w 872"/>
                  <a:gd name="T1" fmla="*/ 2038 h 2038"/>
                  <a:gd name="T2" fmla="*/ 500 w 872"/>
                  <a:gd name="T3" fmla="*/ 1597 h 2038"/>
                  <a:gd name="T4" fmla="*/ 265 w 872"/>
                  <a:gd name="T5" fmla="*/ 1723 h 2038"/>
                  <a:gd name="T6" fmla="*/ 225 w 872"/>
                  <a:gd name="T7" fmla="*/ 1758 h 2038"/>
                  <a:gd name="T8" fmla="*/ 242 w 872"/>
                  <a:gd name="T9" fmla="*/ 2023 h 2038"/>
                  <a:gd name="T10" fmla="*/ 872 w 872"/>
                  <a:gd name="T11" fmla="*/ 2023 h 2038"/>
                  <a:gd name="T12" fmla="*/ 493 w 872"/>
                  <a:gd name="T13" fmla="*/ 1173 h 2038"/>
                  <a:gd name="T14" fmla="*/ 749 w 872"/>
                  <a:gd name="T15" fmla="*/ 533 h 2038"/>
                  <a:gd name="T16" fmla="*/ 772 w 872"/>
                  <a:gd name="T17" fmla="*/ 986 h 2038"/>
                  <a:gd name="T18" fmla="*/ 498 w 872"/>
                  <a:gd name="T19" fmla="*/ 1133 h 2038"/>
                  <a:gd name="T20" fmla="*/ 443 w 872"/>
                  <a:gd name="T21" fmla="*/ 796 h 2038"/>
                  <a:gd name="T22" fmla="*/ 725 w 872"/>
                  <a:gd name="T23" fmla="*/ 536 h 2038"/>
                  <a:gd name="T24" fmla="*/ 0 w 872"/>
                  <a:gd name="T25" fmla="*/ 0 h 2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2" h="2038">
                    <a:moveTo>
                      <a:pt x="853" y="2038"/>
                    </a:moveTo>
                    <a:lnTo>
                      <a:pt x="500" y="1597"/>
                    </a:lnTo>
                    <a:lnTo>
                      <a:pt x="265" y="1723"/>
                    </a:lnTo>
                    <a:lnTo>
                      <a:pt x="225" y="1758"/>
                    </a:lnTo>
                    <a:lnTo>
                      <a:pt x="242" y="2023"/>
                    </a:lnTo>
                    <a:lnTo>
                      <a:pt x="872" y="2023"/>
                    </a:lnTo>
                    <a:lnTo>
                      <a:pt x="493" y="1173"/>
                    </a:lnTo>
                    <a:lnTo>
                      <a:pt x="749" y="533"/>
                    </a:lnTo>
                    <a:lnTo>
                      <a:pt x="772" y="986"/>
                    </a:lnTo>
                    <a:lnTo>
                      <a:pt x="498" y="1133"/>
                    </a:lnTo>
                    <a:lnTo>
                      <a:pt x="443" y="796"/>
                    </a:lnTo>
                    <a:lnTo>
                      <a:pt x="725" y="536"/>
                    </a:lnTo>
                    <a:lnTo>
                      <a:pt x="0"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1" name="îšľíḑê">
                <a:extLst>
                  <a:ext uri="{FF2B5EF4-FFF2-40B4-BE49-F238E27FC236}">
                    <a16:creationId xmlns:a16="http://schemas.microsoft.com/office/drawing/2014/main" id="{DCA2A993-AA83-8672-0E18-B7E8284EE987}"/>
                  </a:ext>
                </a:extLst>
              </p:cNvPr>
              <p:cNvSpPr/>
              <p:nvPr/>
            </p:nvSpPr>
            <p:spPr bwMode="auto">
              <a:xfrm flipH="1">
                <a:off x="8893708" y="2655107"/>
                <a:ext cx="852633" cy="58878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2" name="íśliďê">
                <a:extLst>
                  <a:ext uri="{FF2B5EF4-FFF2-40B4-BE49-F238E27FC236}">
                    <a16:creationId xmlns:a16="http://schemas.microsoft.com/office/drawing/2014/main" id="{22E15F74-70DF-F001-DC62-EAB1A300AC44}"/>
                  </a:ext>
                </a:extLst>
              </p:cNvPr>
              <p:cNvSpPr/>
              <p:nvPr/>
            </p:nvSpPr>
            <p:spPr bwMode="auto">
              <a:xfrm>
                <a:off x="8077180" y="2092702"/>
                <a:ext cx="3238339" cy="3164739"/>
              </a:xfrm>
              <a:custGeom>
                <a:avLst/>
                <a:gdLst>
                  <a:gd name="T0" fmla="*/ 974 w 2332"/>
                  <a:gd name="T1" fmla="*/ 0 h 2279"/>
                  <a:gd name="T2" fmla="*/ 1581 w 2332"/>
                  <a:gd name="T3" fmla="*/ 81 h 2279"/>
                  <a:gd name="T4" fmla="*/ 2059 w 2332"/>
                  <a:gd name="T5" fmla="*/ 360 h 2279"/>
                  <a:gd name="T6" fmla="*/ 2332 w 2332"/>
                  <a:gd name="T7" fmla="*/ 820 h 2279"/>
                  <a:gd name="T8" fmla="*/ 2249 w 2332"/>
                  <a:gd name="T9" fmla="*/ 1718 h 2279"/>
                  <a:gd name="T10" fmla="*/ 1652 w 2332"/>
                  <a:gd name="T11" fmla="*/ 2279 h 2279"/>
                  <a:gd name="T12" fmla="*/ 714 w 2332"/>
                  <a:gd name="T13" fmla="*/ 2279 h 2279"/>
                  <a:gd name="T14" fmla="*/ 57 w 2332"/>
                  <a:gd name="T15" fmla="*/ 1649 h 2279"/>
                  <a:gd name="T16" fmla="*/ 0 w 2332"/>
                  <a:gd name="T17" fmla="*/ 967 h 2279"/>
                  <a:gd name="T18" fmla="*/ 221 w 2332"/>
                  <a:gd name="T19" fmla="*/ 448 h 2279"/>
                  <a:gd name="T20" fmla="*/ 974 w 2332"/>
                  <a:gd name="T21" fmla="*/ 0 h 2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32" h="2279">
                    <a:moveTo>
                      <a:pt x="974" y="0"/>
                    </a:moveTo>
                    <a:lnTo>
                      <a:pt x="1581" y="81"/>
                    </a:lnTo>
                    <a:lnTo>
                      <a:pt x="2059" y="360"/>
                    </a:lnTo>
                    <a:lnTo>
                      <a:pt x="2332" y="820"/>
                    </a:lnTo>
                    <a:lnTo>
                      <a:pt x="2249" y="1718"/>
                    </a:lnTo>
                    <a:lnTo>
                      <a:pt x="1652" y="2279"/>
                    </a:lnTo>
                    <a:lnTo>
                      <a:pt x="714" y="2279"/>
                    </a:lnTo>
                    <a:lnTo>
                      <a:pt x="57" y="1649"/>
                    </a:lnTo>
                    <a:lnTo>
                      <a:pt x="0" y="967"/>
                    </a:lnTo>
                    <a:lnTo>
                      <a:pt x="221" y="448"/>
                    </a:lnTo>
                    <a:lnTo>
                      <a:pt x="974" y="0"/>
                    </a:lnTo>
                    <a:close/>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3" name="ïšlíḓê">
                <a:extLst>
                  <a:ext uri="{FF2B5EF4-FFF2-40B4-BE49-F238E27FC236}">
                    <a16:creationId xmlns:a16="http://schemas.microsoft.com/office/drawing/2014/main" id="{1D3B1BAF-61F7-D2AE-E1D4-A881E2189AC2}"/>
                  </a:ext>
                </a:extLst>
              </p:cNvPr>
              <p:cNvSpPr/>
              <p:nvPr/>
            </p:nvSpPr>
            <p:spPr bwMode="auto">
              <a:xfrm>
                <a:off x="8384072" y="2445420"/>
                <a:ext cx="2996713" cy="2812021"/>
              </a:xfrm>
              <a:custGeom>
                <a:avLst/>
                <a:gdLst>
                  <a:gd name="T0" fmla="*/ 0 w 2158"/>
                  <a:gd name="T1" fmla="*/ 194 h 2025"/>
                  <a:gd name="T2" fmla="*/ 651 w 2158"/>
                  <a:gd name="T3" fmla="*/ 0 h 2025"/>
                  <a:gd name="T4" fmla="*/ 981 w 2158"/>
                  <a:gd name="T5" fmla="*/ 151 h 2025"/>
                  <a:gd name="T6" fmla="*/ 1452 w 2158"/>
                  <a:gd name="T7" fmla="*/ 284 h 2025"/>
                  <a:gd name="T8" fmla="*/ 2158 w 2158"/>
                  <a:gd name="T9" fmla="*/ 578 h 2025"/>
                  <a:gd name="T10" fmla="*/ 1746 w 2158"/>
                  <a:gd name="T11" fmla="*/ 966 h 2025"/>
                  <a:gd name="T12" fmla="*/ 2059 w 2158"/>
                  <a:gd name="T13" fmla="*/ 1464 h 2025"/>
                  <a:gd name="T14" fmla="*/ 1618 w 2158"/>
                  <a:gd name="T15" fmla="*/ 1724 h 2025"/>
                  <a:gd name="T16" fmla="*/ 528 w 2158"/>
                  <a:gd name="T17" fmla="*/ 2025 h 2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8" h="2025">
                    <a:moveTo>
                      <a:pt x="0" y="194"/>
                    </a:moveTo>
                    <a:lnTo>
                      <a:pt x="651" y="0"/>
                    </a:lnTo>
                    <a:lnTo>
                      <a:pt x="981" y="151"/>
                    </a:lnTo>
                    <a:lnTo>
                      <a:pt x="1452" y="284"/>
                    </a:lnTo>
                    <a:lnTo>
                      <a:pt x="2158" y="578"/>
                    </a:lnTo>
                    <a:lnTo>
                      <a:pt x="1746" y="966"/>
                    </a:lnTo>
                    <a:lnTo>
                      <a:pt x="2059" y="1464"/>
                    </a:lnTo>
                    <a:lnTo>
                      <a:pt x="1618" y="1724"/>
                    </a:lnTo>
                    <a:lnTo>
                      <a:pt x="528" y="2025"/>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4" name="íṡḷiďè">
                <a:extLst>
                  <a:ext uri="{FF2B5EF4-FFF2-40B4-BE49-F238E27FC236}">
                    <a16:creationId xmlns:a16="http://schemas.microsoft.com/office/drawing/2014/main" id="{AB0679CA-454F-E3B8-1C0D-C096571F437F}"/>
                  </a:ext>
                </a:extLst>
              </p:cNvPr>
              <p:cNvSpPr/>
              <p:nvPr/>
            </p:nvSpPr>
            <p:spPr bwMode="auto">
              <a:xfrm>
                <a:off x="8384072" y="2096868"/>
                <a:ext cx="2424588" cy="3196678"/>
              </a:xfrm>
              <a:custGeom>
                <a:avLst/>
                <a:gdLst>
                  <a:gd name="T0" fmla="*/ 0 w 1746"/>
                  <a:gd name="T1" fmla="*/ 469 h 2302"/>
                  <a:gd name="T2" fmla="*/ 192 w 1746"/>
                  <a:gd name="T3" fmla="*/ 739 h 2302"/>
                  <a:gd name="T4" fmla="*/ 945 w 1746"/>
                  <a:gd name="T5" fmla="*/ 417 h 2302"/>
                  <a:gd name="T6" fmla="*/ 888 w 1746"/>
                  <a:gd name="T7" fmla="*/ 739 h 2302"/>
                  <a:gd name="T8" fmla="*/ 981 w 1746"/>
                  <a:gd name="T9" fmla="*/ 1729 h 2302"/>
                  <a:gd name="T10" fmla="*/ 1618 w 1746"/>
                  <a:gd name="T11" fmla="*/ 1975 h 2302"/>
                  <a:gd name="T12" fmla="*/ 1746 w 1746"/>
                  <a:gd name="T13" fmla="*/ 1236 h 2302"/>
                  <a:gd name="T14" fmla="*/ 1452 w 1746"/>
                  <a:gd name="T15" fmla="*/ 535 h 2302"/>
                  <a:gd name="T16" fmla="*/ 898 w 1746"/>
                  <a:gd name="T17" fmla="*/ 753 h 2302"/>
                  <a:gd name="T18" fmla="*/ 1220 w 1746"/>
                  <a:gd name="T19" fmla="*/ 1137 h 2302"/>
                  <a:gd name="T20" fmla="*/ 950 w 1746"/>
                  <a:gd name="T21" fmla="*/ 1717 h 2302"/>
                  <a:gd name="T22" fmla="*/ 945 w 1746"/>
                  <a:gd name="T23" fmla="*/ 1729 h 2302"/>
                  <a:gd name="T24" fmla="*/ 481 w 1746"/>
                  <a:gd name="T25" fmla="*/ 2302 h 2302"/>
                  <a:gd name="T26" fmla="*/ 239 w 1746"/>
                  <a:gd name="T27" fmla="*/ 1137 h 2302"/>
                  <a:gd name="T28" fmla="*/ 945 w 1746"/>
                  <a:gd name="T29" fmla="*/ 398 h 2302"/>
                  <a:gd name="T30" fmla="*/ 774 w 1746"/>
                  <a:gd name="T31" fmla="*/ 0 h 2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46" h="2302">
                    <a:moveTo>
                      <a:pt x="0" y="469"/>
                    </a:moveTo>
                    <a:lnTo>
                      <a:pt x="192" y="739"/>
                    </a:lnTo>
                    <a:lnTo>
                      <a:pt x="945" y="417"/>
                    </a:lnTo>
                    <a:lnTo>
                      <a:pt x="888" y="739"/>
                    </a:lnTo>
                    <a:lnTo>
                      <a:pt x="981" y="1729"/>
                    </a:lnTo>
                    <a:lnTo>
                      <a:pt x="1618" y="1975"/>
                    </a:lnTo>
                    <a:lnTo>
                      <a:pt x="1746" y="1236"/>
                    </a:lnTo>
                    <a:lnTo>
                      <a:pt x="1452" y="535"/>
                    </a:lnTo>
                    <a:lnTo>
                      <a:pt x="898" y="753"/>
                    </a:lnTo>
                    <a:lnTo>
                      <a:pt x="1220" y="1137"/>
                    </a:lnTo>
                    <a:lnTo>
                      <a:pt x="950" y="1717"/>
                    </a:lnTo>
                    <a:lnTo>
                      <a:pt x="945" y="1729"/>
                    </a:lnTo>
                    <a:lnTo>
                      <a:pt x="481" y="2302"/>
                    </a:lnTo>
                    <a:lnTo>
                      <a:pt x="239" y="1137"/>
                    </a:lnTo>
                    <a:lnTo>
                      <a:pt x="945" y="398"/>
                    </a:lnTo>
                    <a:lnTo>
                      <a:pt x="774"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5" name="iṥḻiḓè">
                <a:extLst>
                  <a:ext uri="{FF2B5EF4-FFF2-40B4-BE49-F238E27FC236}">
                    <a16:creationId xmlns:a16="http://schemas.microsoft.com/office/drawing/2014/main" id="{4D2A9689-B3EC-A71D-85A7-702808C43BE1}"/>
                  </a:ext>
                </a:extLst>
              </p:cNvPr>
              <p:cNvSpPr/>
              <p:nvPr/>
            </p:nvSpPr>
            <p:spPr bwMode="auto">
              <a:xfrm>
                <a:off x="8103564" y="3082812"/>
                <a:ext cx="566570" cy="592954"/>
              </a:xfrm>
              <a:custGeom>
                <a:avLst/>
                <a:gdLst>
                  <a:gd name="T0" fmla="*/ 375 w 408"/>
                  <a:gd name="T1" fmla="*/ 0 h 427"/>
                  <a:gd name="T2" fmla="*/ 408 w 408"/>
                  <a:gd name="T3" fmla="*/ 427 h 427"/>
                  <a:gd name="T4" fmla="*/ 0 w 408"/>
                  <a:gd name="T5" fmla="*/ 275 h 427"/>
                </a:gdLst>
                <a:ahLst/>
                <a:cxnLst>
                  <a:cxn ang="0">
                    <a:pos x="T0" y="T1"/>
                  </a:cxn>
                  <a:cxn ang="0">
                    <a:pos x="T2" y="T3"/>
                  </a:cxn>
                  <a:cxn ang="0">
                    <a:pos x="T4" y="T5"/>
                  </a:cxn>
                </a:cxnLst>
                <a:rect l="0" t="0" r="r" b="b"/>
                <a:pathLst>
                  <a:path w="408" h="427">
                    <a:moveTo>
                      <a:pt x="375" y="0"/>
                    </a:moveTo>
                    <a:lnTo>
                      <a:pt x="408" y="427"/>
                    </a:lnTo>
                    <a:lnTo>
                      <a:pt x="0" y="275"/>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6" name="íšlide">
                <a:extLst>
                  <a:ext uri="{FF2B5EF4-FFF2-40B4-BE49-F238E27FC236}">
                    <a16:creationId xmlns:a16="http://schemas.microsoft.com/office/drawing/2014/main" id="{E7567EB5-35A5-89A8-E207-3E452919B228}"/>
                  </a:ext>
                </a:extLst>
              </p:cNvPr>
              <p:cNvSpPr/>
              <p:nvPr/>
            </p:nvSpPr>
            <p:spPr bwMode="auto">
              <a:xfrm>
                <a:off x="8670135" y="2092702"/>
                <a:ext cx="2217678" cy="990109"/>
              </a:xfrm>
              <a:custGeom>
                <a:avLst/>
                <a:gdLst>
                  <a:gd name="T0" fmla="*/ 0 w 1597"/>
                  <a:gd name="T1" fmla="*/ 713 h 713"/>
                  <a:gd name="T2" fmla="*/ 424 w 1597"/>
                  <a:gd name="T3" fmla="*/ 261 h 713"/>
                  <a:gd name="T4" fmla="*/ 547 w 1597"/>
                  <a:gd name="T5" fmla="*/ 0 h 713"/>
                  <a:gd name="T6" fmla="*/ 566 w 1597"/>
                  <a:gd name="T7" fmla="*/ 10 h 713"/>
                  <a:gd name="T8" fmla="*/ 1057 w 1597"/>
                  <a:gd name="T9" fmla="*/ 254 h 713"/>
                  <a:gd name="T10" fmla="*/ 1154 w 1597"/>
                  <a:gd name="T11" fmla="*/ 81 h 713"/>
                  <a:gd name="T12" fmla="*/ 1265 w 1597"/>
                  <a:gd name="T13" fmla="*/ 500 h 713"/>
                  <a:gd name="T14" fmla="*/ 1597 w 1597"/>
                  <a:gd name="T15" fmla="*/ 358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7" h="713">
                    <a:moveTo>
                      <a:pt x="0" y="713"/>
                    </a:moveTo>
                    <a:lnTo>
                      <a:pt x="424" y="261"/>
                    </a:lnTo>
                    <a:lnTo>
                      <a:pt x="547" y="0"/>
                    </a:lnTo>
                    <a:lnTo>
                      <a:pt x="566" y="10"/>
                    </a:lnTo>
                    <a:lnTo>
                      <a:pt x="1057" y="254"/>
                    </a:lnTo>
                    <a:lnTo>
                      <a:pt x="1154" y="81"/>
                    </a:lnTo>
                    <a:lnTo>
                      <a:pt x="1265" y="500"/>
                    </a:lnTo>
                    <a:lnTo>
                      <a:pt x="1597" y="358"/>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7" name="íṥḷíďe">
                <a:extLst>
                  <a:ext uri="{FF2B5EF4-FFF2-40B4-BE49-F238E27FC236}">
                    <a16:creationId xmlns:a16="http://schemas.microsoft.com/office/drawing/2014/main" id="{CBC19EB1-5026-72CC-BE29-6D8DA4050DDF}"/>
                  </a:ext>
                </a:extLst>
              </p:cNvPr>
              <p:cNvSpPr/>
              <p:nvPr/>
            </p:nvSpPr>
            <p:spPr bwMode="auto">
              <a:xfrm>
                <a:off x="8692354" y="3142523"/>
                <a:ext cx="1053987" cy="1365045"/>
              </a:xfrm>
              <a:custGeom>
                <a:avLst/>
                <a:gdLst>
                  <a:gd name="T0" fmla="*/ 0 w 759"/>
                  <a:gd name="T1" fmla="*/ 398 h 983"/>
                  <a:gd name="T2" fmla="*/ 759 w 759"/>
                  <a:gd name="T3" fmla="*/ 983 h 983"/>
                  <a:gd name="T4" fmla="*/ 552 w 759"/>
                  <a:gd name="T5" fmla="*/ 512 h 983"/>
                  <a:gd name="T6" fmla="*/ 759 w 759"/>
                  <a:gd name="T7" fmla="*/ 448 h 983"/>
                  <a:gd name="T8" fmla="*/ 652 w 759"/>
                  <a:gd name="T9" fmla="*/ 0 h 983"/>
                  <a:gd name="T10" fmla="*/ 34 w 759"/>
                  <a:gd name="T11" fmla="*/ 384 h 983"/>
                  <a:gd name="T12" fmla="*/ 541 w 759"/>
                  <a:gd name="T13" fmla="*/ 512 h 983"/>
                </a:gdLst>
                <a:ahLst/>
                <a:cxnLst>
                  <a:cxn ang="0">
                    <a:pos x="T0" y="T1"/>
                  </a:cxn>
                  <a:cxn ang="0">
                    <a:pos x="T2" y="T3"/>
                  </a:cxn>
                  <a:cxn ang="0">
                    <a:pos x="T4" y="T5"/>
                  </a:cxn>
                  <a:cxn ang="0">
                    <a:pos x="T6" y="T7"/>
                  </a:cxn>
                  <a:cxn ang="0">
                    <a:pos x="T8" y="T9"/>
                  </a:cxn>
                  <a:cxn ang="0">
                    <a:pos x="T10" y="T11"/>
                  </a:cxn>
                  <a:cxn ang="0">
                    <a:pos x="T12" y="T13"/>
                  </a:cxn>
                </a:cxnLst>
                <a:rect l="0" t="0" r="r" b="b"/>
                <a:pathLst>
                  <a:path w="759" h="983">
                    <a:moveTo>
                      <a:pt x="0" y="398"/>
                    </a:moveTo>
                    <a:lnTo>
                      <a:pt x="759" y="983"/>
                    </a:lnTo>
                    <a:lnTo>
                      <a:pt x="552" y="512"/>
                    </a:lnTo>
                    <a:lnTo>
                      <a:pt x="759" y="448"/>
                    </a:lnTo>
                    <a:lnTo>
                      <a:pt x="652" y="0"/>
                    </a:lnTo>
                    <a:lnTo>
                      <a:pt x="34" y="384"/>
                    </a:lnTo>
                    <a:lnTo>
                      <a:pt x="541" y="512"/>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8" name="ïSḻîḑè">
                <a:extLst>
                  <a:ext uri="{FF2B5EF4-FFF2-40B4-BE49-F238E27FC236}">
                    <a16:creationId xmlns:a16="http://schemas.microsoft.com/office/drawing/2014/main" id="{19206586-1696-624B-ADF9-9FB531BD1759}"/>
                  </a:ext>
                </a:extLst>
              </p:cNvPr>
              <p:cNvSpPr/>
              <p:nvPr/>
            </p:nvSpPr>
            <p:spPr bwMode="auto">
              <a:xfrm>
                <a:off x="10140718" y="3695207"/>
                <a:ext cx="644335" cy="404097"/>
              </a:xfrm>
              <a:custGeom>
                <a:avLst/>
                <a:gdLst>
                  <a:gd name="T0" fmla="*/ 0 w 464"/>
                  <a:gd name="T1" fmla="*/ 0 h 291"/>
                  <a:gd name="T2" fmla="*/ 296 w 464"/>
                  <a:gd name="T3" fmla="*/ 291 h 291"/>
                  <a:gd name="T4" fmla="*/ 464 w 464"/>
                  <a:gd name="T5" fmla="*/ 95 h 291"/>
                  <a:gd name="T6" fmla="*/ 0 w 464"/>
                  <a:gd name="T7" fmla="*/ 0 h 291"/>
                </a:gdLst>
                <a:ahLst/>
                <a:cxnLst>
                  <a:cxn ang="0">
                    <a:pos x="T0" y="T1"/>
                  </a:cxn>
                  <a:cxn ang="0">
                    <a:pos x="T2" y="T3"/>
                  </a:cxn>
                  <a:cxn ang="0">
                    <a:pos x="T4" y="T5"/>
                  </a:cxn>
                  <a:cxn ang="0">
                    <a:pos x="T6" y="T7"/>
                  </a:cxn>
                </a:cxnLst>
                <a:rect l="0" t="0" r="r" b="b"/>
                <a:pathLst>
                  <a:path w="464" h="291">
                    <a:moveTo>
                      <a:pt x="0" y="0"/>
                    </a:moveTo>
                    <a:lnTo>
                      <a:pt x="296" y="291"/>
                    </a:lnTo>
                    <a:lnTo>
                      <a:pt x="464" y="95"/>
                    </a:lnTo>
                    <a:lnTo>
                      <a:pt x="0" y="0"/>
                    </a:lnTo>
                    <a:close/>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49" name="ïš1íďê">
                <a:extLst>
                  <a:ext uri="{FF2B5EF4-FFF2-40B4-BE49-F238E27FC236}">
                    <a16:creationId xmlns:a16="http://schemas.microsoft.com/office/drawing/2014/main" id="{077B4632-0F2F-982D-A250-459A8175A1B5}"/>
                  </a:ext>
                </a:extLst>
              </p:cNvPr>
              <p:cNvSpPr/>
              <p:nvPr/>
            </p:nvSpPr>
            <p:spPr bwMode="auto">
              <a:xfrm>
                <a:off x="8192438" y="3728535"/>
                <a:ext cx="987332" cy="1591395"/>
              </a:xfrm>
              <a:custGeom>
                <a:avLst/>
                <a:gdLst>
                  <a:gd name="T0" fmla="*/ 711 w 711"/>
                  <a:gd name="T1" fmla="*/ 689 h 1146"/>
                  <a:gd name="T2" fmla="*/ 628 w 711"/>
                  <a:gd name="T3" fmla="*/ 1146 h 1146"/>
                  <a:gd name="T4" fmla="*/ 469 w 711"/>
                  <a:gd name="T5" fmla="*/ 533 h 1146"/>
                  <a:gd name="T6" fmla="*/ 280 w 711"/>
                  <a:gd name="T7" fmla="*/ 303 h 1146"/>
                  <a:gd name="T8" fmla="*/ 0 w 711"/>
                  <a:gd name="T9" fmla="*/ 452 h 1146"/>
                  <a:gd name="T10" fmla="*/ 344 w 711"/>
                  <a:gd name="T11" fmla="*/ 0 h 1146"/>
                  <a:gd name="T12" fmla="*/ 299 w 711"/>
                  <a:gd name="T13" fmla="*/ 291 h 1146"/>
                </a:gdLst>
                <a:ahLst/>
                <a:cxnLst>
                  <a:cxn ang="0">
                    <a:pos x="T0" y="T1"/>
                  </a:cxn>
                  <a:cxn ang="0">
                    <a:pos x="T2" y="T3"/>
                  </a:cxn>
                  <a:cxn ang="0">
                    <a:pos x="T4" y="T5"/>
                  </a:cxn>
                  <a:cxn ang="0">
                    <a:pos x="T6" y="T7"/>
                  </a:cxn>
                  <a:cxn ang="0">
                    <a:pos x="T8" y="T9"/>
                  </a:cxn>
                  <a:cxn ang="0">
                    <a:pos x="T10" y="T11"/>
                  </a:cxn>
                  <a:cxn ang="0">
                    <a:pos x="T12" y="T13"/>
                  </a:cxn>
                </a:cxnLst>
                <a:rect l="0" t="0" r="r" b="b"/>
                <a:pathLst>
                  <a:path w="711" h="1146">
                    <a:moveTo>
                      <a:pt x="711" y="689"/>
                    </a:moveTo>
                    <a:lnTo>
                      <a:pt x="628" y="1146"/>
                    </a:lnTo>
                    <a:lnTo>
                      <a:pt x="469" y="533"/>
                    </a:lnTo>
                    <a:lnTo>
                      <a:pt x="280" y="303"/>
                    </a:lnTo>
                    <a:lnTo>
                      <a:pt x="0" y="452"/>
                    </a:lnTo>
                    <a:lnTo>
                      <a:pt x="344" y="0"/>
                    </a:lnTo>
                    <a:lnTo>
                      <a:pt x="299" y="291"/>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0" name="iṥḻiḍe">
                <a:extLst>
                  <a:ext uri="{FF2B5EF4-FFF2-40B4-BE49-F238E27FC236}">
                    <a16:creationId xmlns:a16="http://schemas.microsoft.com/office/drawing/2014/main" id="{44499312-25CB-9522-B020-2E1A3423077A}"/>
                  </a:ext>
                </a:extLst>
              </p:cNvPr>
              <p:cNvSpPr/>
              <p:nvPr/>
            </p:nvSpPr>
            <p:spPr bwMode="auto">
              <a:xfrm flipH="1" flipV="1">
                <a:off x="8735402" y="3728535"/>
                <a:ext cx="1010939" cy="6248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1" name="ï$ľïḓe">
                <a:extLst>
                  <a:ext uri="{FF2B5EF4-FFF2-40B4-BE49-F238E27FC236}">
                    <a16:creationId xmlns:a16="http://schemas.microsoft.com/office/drawing/2014/main" id="{39B2E7C9-DCDF-5B6B-0A21-F357144DD294}"/>
                  </a:ext>
                </a:extLst>
              </p:cNvPr>
              <p:cNvSpPr/>
              <p:nvPr/>
            </p:nvSpPr>
            <p:spPr bwMode="auto">
              <a:xfrm flipH="1">
                <a:off x="10851709" y="3243895"/>
                <a:ext cx="411041" cy="66655"/>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2" name="îŝḷiďè">
                <a:extLst>
                  <a:ext uri="{FF2B5EF4-FFF2-40B4-BE49-F238E27FC236}">
                    <a16:creationId xmlns:a16="http://schemas.microsoft.com/office/drawing/2014/main" id="{B2A19EC4-C4A8-0443-4808-B19D5AA50172}"/>
                  </a:ext>
                </a:extLst>
              </p:cNvPr>
              <p:cNvSpPr/>
              <p:nvPr/>
            </p:nvSpPr>
            <p:spPr bwMode="auto">
              <a:xfrm>
                <a:off x="10647576" y="3849347"/>
                <a:ext cx="240237" cy="1047043"/>
              </a:xfrm>
              <a:custGeom>
                <a:avLst/>
                <a:gdLst>
                  <a:gd name="T0" fmla="*/ 0 w 173"/>
                  <a:gd name="T1" fmla="*/ 754 h 754"/>
                  <a:gd name="T2" fmla="*/ 173 w 173"/>
                  <a:gd name="T3" fmla="*/ 308 h 754"/>
                  <a:gd name="T4" fmla="*/ 116 w 173"/>
                  <a:gd name="T5" fmla="*/ 0 h 754"/>
                </a:gdLst>
                <a:ahLst/>
                <a:cxnLst>
                  <a:cxn ang="0">
                    <a:pos x="T0" y="T1"/>
                  </a:cxn>
                  <a:cxn ang="0">
                    <a:pos x="T2" y="T3"/>
                  </a:cxn>
                  <a:cxn ang="0">
                    <a:pos x="T4" y="T5"/>
                  </a:cxn>
                </a:cxnLst>
                <a:rect l="0" t="0" r="r" b="b"/>
                <a:pathLst>
                  <a:path w="173" h="754">
                    <a:moveTo>
                      <a:pt x="0" y="754"/>
                    </a:moveTo>
                    <a:lnTo>
                      <a:pt x="173" y="308"/>
                    </a:lnTo>
                    <a:lnTo>
                      <a:pt x="116" y="0"/>
                    </a:lnTo>
                  </a:path>
                </a:pathLst>
              </a:cu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3" name="i$ľîḋê">
                <a:extLst>
                  <a:ext uri="{FF2B5EF4-FFF2-40B4-BE49-F238E27FC236}">
                    <a16:creationId xmlns:a16="http://schemas.microsoft.com/office/drawing/2014/main" id="{65D35171-170A-CC1F-DCD7-0CEB4E0975D0}"/>
                  </a:ext>
                </a:extLst>
              </p:cNvPr>
              <p:cNvSpPr/>
              <p:nvPr/>
            </p:nvSpPr>
            <p:spPr bwMode="auto">
              <a:xfrm flipH="1" flipV="1">
                <a:off x="10887813" y="4277052"/>
                <a:ext cx="374937" cy="230516"/>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4" name="íṥ1îḋê">
                <a:extLst>
                  <a:ext uri="{FF2B5EF4-FFF2-40B4-BE49-F238E27FC236}">
                    <a16:creationId xmlns:a16="http://schemas.microsoft.com/office/drawing/2014/main" id="{FF45CFCC-756C-5D01-99AF-38B5B8FA97EC}"/>
                  </a:ext>
                </a:extLst>
              </p:cNvPr>
              <p:cNvSpPr/>
              <p:nvPr/>
            </p:nvSpPr>
            <p:spPr bwMode="auto">
              <a:xfrm>
                <a:off x="10561480" y="4122912"/>
                <a:ext cx="59712" cy="77347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5" name="íSḻídé">
                <a:extLst>
                  <a:ext uri="{FF2B5EF4-FFF2-40B4-BE49-F238E27FC236}">
                    <a16:creationId xmlns:a16="http://schemas.microsoft.com/office/drawing/2014/main" id="{3CF65EF1-EE91-E89E-5905-52693FF903D3}"/>
                  </a:ext>
                </a:extLst>
              </p:cNvPr>
              <p:cNvSpPr/>
              <p:nvPr/>
            </p:nvSpPr>
            <p:spPr bwMode="auto">
              <a:xfrm flipH="1">
                <a:off x="9028407" y="4896391"/>
                <a:ext cx="697104" cy="423539"/>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6" name="iṩ1îḍê">
                <a:extLst>
                  <a:ext uri="{FF2B5EF4-FFF2-40B4-BE49-F238E27FC236}">
                    <a16:creationId xmlns:a16="http://schemas.microsoft.com/office/drawing/2014/main" id="{90952AFE-DE2C-E419-41C3-A9A1B3D6C966}"/>
                  </a:ext>
                </a:extLst>
              </p:cNvPr>
              <p:cNvSpPr/>
              <p:nvPr/>
            </p:nvSpPr>
            <p:spPr bwMode="auto">
              <a:xfrm flipH="1">
                <a:off x="9660244" y="3159187"/>
                <a:ext cx="377714" cy="0"/>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7" name="îSľïḓê">
                <a:extLst>
                  <a:ext uri="{FF2B5EF4-FFF2-40B4-BE49-F238E27FC236}">
                    <a16:creationId xmlns:a16="http://schemas.microsoft.com/office/drawing/2014/main" id="{BF401155-EEC9-3F25-47F6-087E92A48A4D}"/>
                  </a:ext>
                </a:extLst>
              </p:cNvPr>
              <p:cNvSpPr/>
              <p:nvPr/>
            </p:nvSpPr>
            <p:spPr bwMode="auto">
              <a:xfrm flipH="1">
                <a:off x="9778279" y="3675766"/>
                <a:ext cx="259678" cy="81931"/>
              </a:xfrm>
              <a:prstGeom prst="line">
                <a:avLst/>
              </a:prstGeom>
              <a:noFill/>
              <a:ln w="12700" cap="flat" cmpd="sng" algn="ctr">
                <a:solidFill>
                  <a:schemeClr val="tx1">
                    <a:lumMod val="50000"/>
                    <a:lumOff val="50000"/>
                  </a:schemeClr>
                </a:solidFill>
                <a:prstDash val="solid"/>
                <a:miter lim="800000"/>
                <a:headEnd type="none" w="med" len="med"/>
                <a:tailEnd type="none" w="med" len="med"/>
              </a:ln>
              <a:extLst>
                <a:ext uri="{909E8E84-426E-40DD-AFC4-6F175D3DCCD1}">
                  <a14:hiddenFill xmlns:a14="http://schemas.microsoft.com/office/drawing/2010/main">
                    <a:solidFill>
                      <a:schemeClr val="dk2">
                        <a:lumMod val="100000"/>
                      </a:schemeClr>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8" name="îṣḻîḋé">
                <a:extLst>
                  <a:ext uri="{FF2B5EF4-FFF2-40B4-BE49-F238E27FC236}">
                    <a16:creationId xmlns:a16="http://schemas.microsoft.com/office/drawing/2014/main" id="{ACF459A0-0B6F-C859-91DF-CBC9807AD381}"/>
                  </a:ext>
                </a:extLst>
              </p:cNvPr>
              <p:cNvSpPr/>
              <p:nvPr/>
            </p:nvSpPr>
            <p:spPr bwMode="auto">
              <a:xfrm>
                <a:off x="10084177" y="2428110"/>
                <a:ext cx="112481" cy="112481"/>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59" name="íṩlïḑê">
                <a:extLst>
                  <a:ext uri="{FF2B5EF4-FFF2-40B4-BE49-F238E27FC236}">
                    <a16:creationId xmlns:a16="http://schemas.microsoft.com/office/drawing/2014/main" id="{1AC6ABAA-9ED7-2F7E-6BF9-DC00F1B8CCE3}"/>
                  </a:ext>
                </a:extLst>
              </p:cNvPr>
              <p:cNvSpPr/>
              <p:nvPr/>
            </p:nvSpPr>
            <p:spPr bwMode="auto">
              <a:xfrm>
                <a:off x="10835438" y="3247415"/>
                <a:ext cx="111093" cy="112481"/>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0" name="iṡḻíḑé">
                <a:extLst>
                  <a:ext uri="{FF2B5EF4-FFF2-40B4-BE49-F238E27FC236}">
                    <a16:creationId xmlns:a16="http://schemas.microsoft.com/office/drawing/2014/main" id="{D76D4974-2276-0F1B-5F86-8B90B3FE2623}"/>
                  </a:ext>
                </a:extLst>
              </p:cNvPr>
              <p:cNvSpPr/>
              <p:nvPr/>
            </p:nvSpPr>
            <p:spPr bwMode="auto">
              <a:xfrm>
                <a:off x="10436895" y="3396000"/>
                <a:ext cx="111093" cy="111092"/>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1" name="iṡḷidè">
                <a:extLst>
                  <a:ext uri="{FF2B5EF4-FFF2-40B4-BE49-F238E27FC236}">
                    <a16:creationId xmlns:a16="http://schemas.microsoft.com/office/drawing/2014/main" id="{69BE2322-D94D-C85B-A819-145F57842408}"/>
                  </a:ext>
                </a:extLst>
              </p:cNvPr>
              <p:cNvSpPr/>
              <p:nvPr/>
            </p:nvSpPr>
            <p:spPr bwMode="auto">
              <a:xfrm>
                <a:off x="9985583" y="3119659"/>
                <a:ext cx="112481" cy="111092"/>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2" name="iṡḻîde">
                <a:extLst>
                  <a:ext uri="{FF2B5EF4-FFF2-40B4-BE49-F238E27FC236}">
                    <a16:creationId xmlns:a16="http://schemas.microsoft.com/office/drawing/2014/main" id="{A801C8B6-4151-759B-9122-B23DDA40300C}"/>
                  </a:ext>
                </a:extLst>
              </p:cNvPr>
              <p:cNvSpPr/>
              <p:nvPr/>
            </p:nvSpPr>
            <p:spPr bwMode="auto">
              <a:xfrm>
                <a:off x="9394016" y="3809819"/>
                <a:ext cx="111093" cy="112481"/>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3" name="îṣḷiďé">
                <a:extLst>
                  <a:ext uri="{FF2B5EF4-FFF2-40B4-BE49-F238E27FC236}">
                    <a16:creationId xmlns:a16="http://schemas.microsoft.com/office/drawing/2014/main" id="{4D8B51CA-3042-F996-1EEB-6AF8A3BC2FAF}"/>
                  </a:ext>
                </a:extLst>
              </p:cNvPr>
              <p:cNvSpPr/>
              <p:nvPr/>
            </p:nvSpPr>
            <p:spPr bwMode="auto">
              <a:xfrm>
                <a:off x="8841333" y="3184925"/>
                <a:ext cx="111093" cy="112481"/>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4" name="ïṣḷíďé">
                <a:extLst>
                  <a:ext uri="{FF2B5EF4-FFF2-40B4-BE49-F238E27FC236}">
                    <a16:creationId xmlns:a16="http://schemas.microsoft.com/office/drawing/2014/main" id="{083AA0D3-D8B8-05D4-CBF6-9C75B4CBE52B}"/>
                  </a:ext>
                </a:extLst>
              </p:cNvPr>
              <p:cNvSpPr/>
              <p:nvPr/>
            </p:nvSpPr>
            <p:spPr bwMode="auto">
              <a:xfrm>
                <a:off x="8548327" y="4095882"/>
                <a:ext cx="111093" cy="112481"/>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5" name="iśḻiḓe">
                <a:extLst>
                  <a:ext uri="{FF2B5EF4-FFF2-40B4-BE49-F238E27FC236}">
                    <a16:creationId xmlns:a16="http://schemas.microsoft.com/office/drawing/2014/main" id="{786160C9-8825-AD4A-AABD-51B1D0C9234F}"/>
                  </a:ext>
                </a:extLst>
              </p:cNvPr>
              <p:cNvSpPr/>
              <p:nvPr/>
            </p:nvSpPr>
            <p:spPr bwMode="auto">
              <a:xfrm>
                <a:off x="9113509" y="4606905"/>
                <a:ext cx="112481" cy="111092"/>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6" name="ïsľîḓè">
                <a:extLst>
                  <a:ext uri="{FF2B5EF4-FFF2-40B4-BE49-F238E27FC236}">
                    <a16:creationId xmlns:a16="http://schemas.microsoft.com/office/drawing/2014/main" id="{1E30AAE7-C59A-2D40-61D7-9D38022BB305}"/>
                  </a:ext>
                </a:extLst>
              </p:cNvPr>
              <p:cNvSpPr/>
              <p:nvPr/>
            </p:nvSpPr>
            <p:spPr bwMode="auto">
              <a:xfrm>
                <a:off x="10041129" y="4225026"/>
                <a:ext cx="112481" cy="111092"/>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7" name="iṡļîḍê">
                <a:extLst>
                  <a:ext uri="{FF2B5EF4-FFF2-40B4-BE49-F238E27FC236}">
                    <a16:creationId xmlns:a16="http://schemas.microsoft.com/office/drawing/2014/main" id="{B5D0CE1F-2CD0-647D-A9B1-681BA186EB38}"/>
                  </a:ext>
                </a:extLst>
              </p:cNvPr>
              <p:cNvSpPr/>
              <p:nvPr/>
            </p:nvSpPr>
            <p:spPr bwMode="auto">
              <a:xfrm>
                <a:off x="10492441" y="4063943"/>
                <a:ext cx="112481" cy="111092"/>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8" name="ïšľiḋê">
                <a:extLst>
                  <a:ext uri="{FF2B5EF4-FFF2-40B4-BE49-F238E27FC236}">
                    <a16:creationId xmlns:a16="http://schemas.microsoft.com/office/drawing/2014/main" id="{2103B1ED-A2F6-DE9B-AD6F-218E6D363C29}"/>
                  </a:ext>
                </a:extLst>
              </p:cNvPr>
              <p:cNvSpPr/>
              <p:nvPr/>
            </p:nvSpPr>
            <p:spPr bwMode="auto">
              <a:xfrm>
                <a:off x="10835438" y="4225026"/>
                <a:ext cx="111093" cy="111092"/>
              </a:xfrm>
              <a:prstGeom prst="ellipse">
                <a:avLst/>
              </a:prstGeom>
              <a:solidFill>
                <a:schemeClr val="accent1">
                  <a:lumMod val="100000"/>
                </a:schemeClr>
              </a:solidFill>
              <a:ln w="9525">
                <a:solidFill>
                  <a:schemeClr val="accent6"/>
                </a:solid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69" name="iṧľiḑe">
                <a:extLst>
                  <a:ext uri="{FF2B5EF4-FFF2-40B4-BE49-F238E27FC236}">
                    <a16:creationId xmlns:a16="http://schemas.microsoft.com/office/drawing/2014/main" id="{46CCBFC3-EA64-40E0-EBD1-4098F34C1013}"/>
                  </a:ext>
                </a:extLst>
              </p:cNvPr>
              <p:cNvSpPr/>
              <p:nvPr/>
            </p:nvSpPr>
            <p:spPr bwMode="auto">
              <a:xfrm>
                <a:off x="9689405" y="4839456"/>
                <a:ext cx="112481" cy="112481"/>
              </a:xfrm>
              <a:prstGeom prst="ellipse">
                <a:avLst/>
              </a:prstGeom>
              <a:solidFill>
                <a:schemeClr val="accent2">
                  <a:lumMod val="100000"/>
                </a:schemeClr>
              </a:solidFill>
              <a:ln w="12700" cap="flat" cmpd="sng" algn="ctr">
                <a:solidFill>
                  <a:schemeClr val="bg1">
                    <a:lumMod val="100000"/>
                  </a:schemeClr>
                </a:solidFill>
                <a:prstDash val="solid"/>
                <a:round/>
                <a:headEnd type="none" w="med" len="med"/>
                <a:tailEnd type="none" w="med" len="me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微软雅黑"/>
                  <a:cs typeface="+mn-cs"/>
                </a:endParaRPr>
              </a:p>
            </p:txBody>
          </p:sp>
          <p:grpSp>
            <p:nvGrpSpPr>
              <p:cNvPr id="270" name="î$ḻîďé">
                <a:extLst>
                  <a:ext uri="{FF2B5EF4-FFF2-40B4-BE49-F238E27FC236}">
                    <a16:creationId xmlns:a16="http://schemas.microsoft.com/office/drawing/2014/main" id="{76969068-F97E-616F-E0FF-59DA842331B1}"/>
                  </a:ext>
                </a:extLst>
              </p:cNvPr>
              <p:cNvGrpSpPr/>
              <p:nvPr/>
            </p:nvGrpSpPr>
            <p:grpSpPr>
              <a:xfrm>
                <a:off x="8577077" y="2557054"/>
                <a:ext cx="1992389" cy="2081876"/>
                <a:chOff x="4707152" y="2248023"/>
                <a:chExt cx="2414023" cy="2522443"/>
              </a:xfrm>
            </p:grpSpPr>
            <p:grpSp>
              <p:nvGrpSpPr>
                <p:cNvPr id="318" name="îṥḻíḋe">
                  <a:extLst>
                    <a:ext uri="{FF2B5EF4-FFF2-40B4-BE49-F238E27FC236}">
                      <a16:creationId xmlns:a16="http://schemas.microsoft.com/office/drawing/2014/main" id="{66C9D57D-259A-7E87-C05A-5952AC72B3F1}"/>
                    </a:ext>
                  </a:extLst>
                </p:cNvPr>
                <p:cNvGrpSpPr/>
                <p:nvPr/>
              </p:nvGrpSpPr>
              <p:grpSpPr>
                <a:xfrm>
                  <a:off x="6792726" y="2408141"/>
                  <a:ext cx="328449" cy="330554"/>
                  <a:chOff x="4149281" y="1887719"/>
                  <a:chExt cx="224837" cy="226650"/>
                </a:xfrm>
              </p:grpSpPr>
              <p:sp>
                <p:nvSpPr>
                  <p:cNvPr id="331" name="ïšļiďê">
                    <a:extLst>
                      <a:ext uri="{FF2B5EF4-FFF2-40B4-BE49-F238E27FC236}">
                        <a16:creationId xmlns:a16="http://schemas.microsoft.com/office/drawing/2014/main" id="{2E439680-99FF-E424-3147-86DFFFBD99A7}"/>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32" name="îSḷïḓê">
                    <a:extLst>
                      <a:ext uri="{FF2B5EF4-FFF2-40B4-BE49-F238E27FC236}">
                        <a16:creationId xmlns:a16="http://schemas.microsoft.com/office/drawing/2014/main" id="{0E91F6DA-2E39-B882-39F7-6DEF3CD54797}"/>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319" name="îşḷîdê">
                  <a:extLst>
                    <a:ext uri="{FF2B5EF4-FFF2-40B4-BE49-F238E27FC236}">
                      <a16:creationId xmlns:a16="http://schemas.microsoft.com/office/drawing/2014/main" id="{247B8F87-8275-391B-C95B-3186E0810CD4}"/>
                    </a:ext>
                  </a:extLst>
                </p:cNvPr>
                <p:cNvGrpSpPr/>
                <p:nvPr/>
              </p:nvGrpSpPr>
              <p:grpSpPr>
                <a:xfrm>
                  <a:off x="5832354" y="2796766"/>
                  <a:ext cx="328449" cy="330554"/>
                  <a:chOff x="4149281" y="1887719"/>
                  <a:chExt cx="224837" cy="226650"/>
                </a:xfrm>
              </p:grpSpPr>
              <p:sp>
                <p:nvSpPr>
                  <p:cNvPr id="329" name="ïšḻídé">
                    <a:extLst>
                      <a:ext uri="{FF2B5EF4-FFF2-40B4-BE49-F238E27FC236}">
                        <a16:creationId xmlns:a16="http://schemas.microsoft.com/office/drawing/2014/main" id="{082A8393-418E-1E15-7130-2E469B63B809}"/>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30" name="iṩ1ïḍe">
                    <a:extLst>
                      <a:ext uri="{FF2B5EF4-FFF2-40B4-BE49-F238E27FC236}">
                        <a16:creationId xmlns:a16="http://schemas.microsoft.com/office/drawing/2014/main" id="{A21AEC25-344B-D177-6780-DD9DFF889781}"/>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320" name="iSḻïďê">
                  <a:extLst>
                    <a:ext uri="{FF2B5EF4-FFF2-40B4-BE49-F238E27FC236}">
                      <a16:creationId xmlns:a16="http://schemas.microsoft.com/office/drawing/2014/main" id="{ADBC51F0-E3F8-0EA9-FBE0-20EC9CE92DF8}"/>
                    </a:ext>
                  </a:extLst>
                </p:cNvPr>
                <p:cNvGrpSpPr/>
                <p:nvPr/>
              </p:nvGrpSpPr>
              <p:grpSpPr>
                <a:xfrm>
                  <a:off x="4707152" y="3462362"/>
                  <a:ext cx="328449" cy="330554"/>
                  <a:chOff x="4149281" y="1887719"/>
                  <a:chExt cx="224837" cy="226650"/>
                </a:xfrm>
              </p:grpSpPr>
              <p:sp>
                <p:nvSpPr>
                  <p:cNvPr id="327" name="iSḻiďê">
                    <a:extLst>
                      <a:ext uri="{FF2B5EF4-FFF2-40B4-BE49-F238E27FC236}">
                        <a16:creationId xmlns:a16="http://schemas.microsoft.com/office/drawing/2014/main" id="{CCA79074-399E-154A-466A-E9232832668C}"/>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28" name="îŝļíďê">
                    <a:extLst>
                      <a:ext uri="{FF2B5EF4-FFF2-40B4-BE49-F238E27FC236}">
                        <a16:creationId xmlns:a16="http://schemas.microsoft.com/office/drawing/2014/main" id="{FEDEB466-F126-52B9-B41C-5132B3ABCD0B}"/>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321" name="ï$ļïḋe">
                  <a:extLst>
                    <a:ext uri="{FF2B5EF4-FFF2-40B4-BE49-F238E27FC236}">
                      <a16:creationId xmlns:a16="http://schemas.microsoft.com/office/drawing/2014/main" id="{21C35DFD-4DD0-4781-8CE1-A95759A81FF6}"/>
                    </a:ext>
                  </a:extLst>
                </p:cNvPr>
                <p:cNvGrpSpPr/>
                <p:nvPr/>
              </p:nvGrpSpPr>
              <p:grpSpPr>
                <a:xfrm>
                  <a:off x="5940643" y="4439912"/>
                  <a:ext cx="328449" cy="330554"/>
                  <a:chOff x="4149281" y="1887719"/>
                  <a:chExt cx="224837" cy="226650"/>
                </a:xfrm>
              </p:grpSpPr>
              <p:sp>
                <p:nvSpPr>
                  <p:cNvPr id="325" name="ïšľîďè">
                    <a:extLst>
                      <a:ext uri="{FF2B5EF4-FFF2-40B4-BE49-F238E27FC236}">
                        <a16:creationId xmlns:a16="http://schemas.microsoft.com/office/drawing/2014/main" id="{9B2B9CDE-56A4-2EA0-EA0C-C4FCC5E511EE}"/>
                      </a:ext>
                    </a:extLst>
                  </p:cNvPr>
                  <p:cNvSpPr/>
                  <p:nvPr/>
                </p:nvSpPr>
                <p:spPr>
                  <a:xfrm>
                    <a:off x="4149281" y="1887719"/>
                    <a:ext cx="224837" cy="226650"/>
                  </a:xfrm>
                  <a:prstGeom prst="ellipse">
                    <a:avLst/>
                  </a:prstGeom>
                  <a:solidFill>
                    <a:schemeClr val="accent2">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26" name="iş1îḍè">
                    <a:extLst>
                      <a:ext uri="{FF2B5EF4-FFF2-40B4-BE49-F238E27FC236}">
                        <a16:creationId xmlns:a16="http://schemas.microsoft.com/office/drawing/2014/main" id="{ECEFDDD7-F679-F818-2CEC-AF44369199C8}"/>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322" name="î$ḻiḋé">
                  <a:extLst>
                    <a:ext uri="{FF2B5EF4-FFF2-40B4-BE49-F238E27FC236}">
                      <a16:creationId xmlns:a16="http://schemas.microsoft.com/office/drawing/2014/main" id="{C0763CEC-3946-12F1-4C34-2C38CDFEE26E}"/>
                    </a:ext>
                  </a:extLst>
                </p:cNvPr>
                <p:cNvGrpSpPr/>
                <p:nvPr/>
              </p:nvGrpSpPr>
              <p:grpSpPr>
                <a:xfrm>
                  <a:off x="5995533" y="2248023"/>
                  <a:ext cx="206943" cy="208270"/>
                  <a:chOff x="4149281" y="1887719"/>
                  <a:chExt cx="224837" cy="226650"/>
                </a:xfrm>
              </p:grpSpPr>
              <p:sp>
                <p:nvSpPr>
                  <p:cNvPr id="323" name="ïşḷîde">
                    <a:extLst>
                      <a:ext uri="{FF2B5EF4-FFF2-40B4-BE49-F238E27FC236}">
                        <a16:creationId xmlns:a16="http://schemas.microsoft.com/office/drawing/2014/main" id="{D3FEF36A-7720-CD16-5391-42F55F8EF137}"/>
                      </a:ext>
                    </a:extLst>
                  </p:cNvPr>
                  <p:cNvSpPr/>
                  <p:nvPr/>
                </p:nvSpPr>
                <p:spPr>
                  <a:xfrm>
                    <a:off x="4149281" y="1887719"/>
                    <a:ext cx="224837" cy="226650"/>
                  </a:xfrm>
                  <a:prstGeom prst="ellipse">
                    <a:avLst/>
                  </a:prstGeom>
                  <a:solidFill>
                    <a:schemeClr val="accent2">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24" name="ïSľîdê">
                    <a:extLst>
                      <a:ext uri="{FF2B5EF4-FFF2-40B4-BE49-F238E27FC236}">
                        <a16:creationId xmlns:a16="http://schemas.microsoft.com/office/drawing/2014/main" id="{58E43AB8-841E-16CE-2C6E-DFB28CCF8B5D}"/>
                      </a:ext>
                    </a:extLst>
                  </p:cNvPr>
                  <p:cNvSpPr/>
                  <p:nvPr/>
                </p:nvSpPr>
                <p:spPr>
                  <a:xfrm>
                    <a:off x="4209256" y="1948177"/>
                    <a:ext cx="104887" cy="10573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grpSp>
            <p:nvGrpSpPr>
              <p:cNvPr id="271" name="iṧ1ide">
                <a:extLst>
                  <a:ext uri="{FF2B5EF4-FFF2-40B4-BE49-F238E27FC236}">
                    <a16:creationId xmlns:a16="http://schemas.microsoft.com/office/drawing/2014/main" id="{CD68C626-9D0A-3A6D-E50F-7E34BFFFF369}"/>
                  </a:ext>
                </a:extLst>
              </p:cNvPr>
              <p:cNvGrpSpPr/>
              <p:nvPr/>
            </p:nvGrpSpPr>
            <p:grpSpPr>
              <a:xfrm>
                <a:off x="9960748" y="3515891"/>
                <a:ext cx="271082" cy="272819"/>
                <a:chOff x="4149281" y="1887719"/>
                <a:chExt cx="224837" cy="226650"/>
              </a:xfrm>
            </p:grpSpPr>
            <p:sp>
              <p:nvSpPr>
                <p:cNvPr id="316" name="ïṩ1ïḋe">
                  <a:extLst>
                    <a:ext uri="{FF2B5EF4-FFF2-40B4-BE49-F238E27FC236}">
                      <a16:creationId xmlns:a16="http://schemas.microsoft.com/office/drawing/2014/main" id="{C7AC259B-4DFF-7AF0-B89E-06C919124176}"/>
                    </a:ext>
                  </a:extLst>
                </p:cNvPr>
                <p:cNvSpPr/>
                <p:nvPr/>
              </p:nvSpPr>
              <p:spPr>
                <a:xfrm>
                  <a:off x="4149281" y="1887719"/>
                  <a:ext cx="224837" cy="226650"/>
                </a:xfrm>
                <a:prstGeom prst="ellipse">
                  <a:avLst/>
                </a:prstGeom>
                <a:solidFill>
                  <a:schemeClr val="accent3">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17" name="íṡ1iḍe">
                  <a:extLst>
                    <a:ext uri="{FF2B5EF4-FFF2-40B4-BE49-F238E27FC236}">
                      <a16:creationId xmlns:a16="http://schemas.microsoft.com/office/drawing/2014/main" id="{0947C382-9B3A-50FD-7A47-93F3EE916510}"/>
                    </a:ext>
                  </a:extLst>
                </p:cNvPr>
                <p:cNvSpPr/>
                <p:nvPr/>
              </p:nvSpPr>
              <p:spPr>
                <a:xfrm>
                  <a:off x="4209256" y="1948177"/>
                  <a:ext cx="104887" cy="105734"/>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72" name="ïsľîḑe">
                <a:extLst>
                  <a:ext uri="{FF2B5EF4-FFF2-40B4-BE49-F238E27FC236}">
                    <a16:creationId xmlns:a16="http://schemas.microsoft.com/office/drawing/2014/main" id="{34F067BB-BA1A-09B9-AEF3-F6D3C341FC83}"/>
                  </a:ext>
                </a:extLst>
              </p:cNvPr>
              <p:cNvGrpSpPr/>
              <p:nvPr/>
            </p:nvGrpSpPr>
            <p:grpSpPr>
              <a:xfrm>
                <a:off x="9630783" y="3693124"/>
                <a:ext cx="170798" cy="171893"/>
                <a:chOff x="4149281" y="1887719"/>
                <a:chExt cx="224837" cy="226650"/>
              </a:xfrm>
            </p:grpSpPr>
            <p:sp>
              <p:nvSpPr>
                <p:cNvPr id="314" name="iṩľîḓè">
                  <a:extLst>
                    <a:ext uri="{FF2B5EF4-FFF2-40B4-BE49-F238E27FC236}">
                      <a16:creationId xmlns:a16="http://schemas.microsoft.com/office/drawing/2014/main" id="{2F2CC489-5757-EA69-B681-BBF56909634D}"/>
                    </a:ext>
                  </a:extLst>
                </p:cNvPr>
                <p:cNvSpPr/>
                <p:nvPr/>
              </p:nvSpPr>
              <p:spPr>
                <a:xfrm>
                  <a:off x="4149281" y="1887719"/>
                  <a:ext cx="224837" cy="226650"/>
                </a:xfrm>
                <a:prstGeom prst="ellipse">
                  <a:avLst/>
                </a:prstGeom>
                <a:solidFill>
                  <a:schemeClr val="accent3">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15" name="ïṩḷîde">
                  <a:extLst>
                    <a:ext uri="{FF2B5EF4-FFF2-40B4-BE49-F238E27FC236}">
                      <a16:creationId xmlns:a16="http://schemas.microsoft.com/office/drawing/2014/main" id="{6592DF10-58F8-43D9-DBBE-5834B0DC3419}"/>
                    </a:ext>
                  </a:extLst>
                </p:cNvPr>
                <p:cNvSpPr/>
                <p:nvPr/>
              </p:nvSpPr>
              <p:spPr>
                <a:xfrm>
                  <a:off x="4209256" y="1948177"/>
                  <a:ext cx="104887" cy="105734"/>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73" name="iṡļîḑê">
                <a:extLst>
                  <a:ext uri="{FF2B5EF4-FFF2-40B4-BE49-F238E27FC236}">
                    <a16:creationId xmlns:a16="http://schemas.microsoft.com/office/drawing/2014/main" id="{8D11D4EE-ABB0-3725-2C61-D4ED4100A449}"/>
                  </a:ext>
                </a:extLst>
              </p:cNvPr>
              <p:cNvGrpSpPr/>
              <p:nvPr/>
            </p:nvGrpSpPr>
            <p:grpSpPr>
              <a:xfrm>
                <a:off x="10720278" y="3714243"/>
                <a:ext cx="187879" cy="189083"/>
                <a:chOff x="4149281" y="1887719"/>
                <a:chExt cx="224837" cy="226650"/>
              </a:xfrm>
            </p:grpSpPr>
            <p:sp>
              <p:nvSpPr>
                <p:cNvPr id="312" name="işļíḑê">
                  <a:extLst>
                    <a:ext uri="{FF2B5EF4-FFF2-40B4-BE49-F238E27FC236}">
                      <a16:creationId xmlns:a16="http://schemas.microsoft.com/office/drawing/2014/main" id="{3560D4C9-CE5E-A06E-3048-4A9895BB63D0}"/>
                    </a:ext>
                  </a:extLst>
                </p:cNvPr>
                <p:cNvSpPr/>
                <p:nvPr/>
              </p:nvSpPr>
              <p:spPr>
                <a:xfrm>
                  <a:off x="4149281" y="1887719"/>
                  <a:ext cx="224837" cy="226650"/>
                </a:xfrm>
                <a:prstGeom prst="ellipse">
                  <a:avLst/>
                </a:prstGeom>
                <a:solidFill>
                  <a:schemeClr val="accent3">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13" name="íṡḷîďè">
                  <a:extLst>
                    <a:ext uri="{FF2B5EF4-FFF2-40B4-BE49-F238E27FC236}">
                      <a16:creationId xmlns:a16="http://schemas.microsoft.com/office/drawing/2014/main" id="{99303522-8F44-A41A-0A12-5D1966E73ACF}"/>
                    </a:ext>
                  </a:extLst>
                </p:cNvPr>
                <p:cNvSpPr/>
                <p:nvPr/>
              </p:nvSpPr>
              <p:spPr>
                <a:xfrm>
                  <a:off x="4209256" y="1948177"/>
                  <a:ext cx="104887" cy="105734"/>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74" name="iṣlïḓé">
                <a:extLst>
                  <a:ext uri="{FF2B5EF4-FFF2-40B4-BE49-F238E27FC236}">
                    <a16:creationId xmlns:a16="http://schemas.microsoft.com/office/drawing/2014/main" id="{C3B05B32-4556-4095-E86F-2E722B3A3179}"/>
                  </a:ext>
                </a:extLst>
              </p:cNvPr>
              <p:cNvGrpSpPr/>
              <p:nvPr/>
            </p:nvGrpSpPr>
            <p:grpSpPr>
              <a:xfrm>
                <a:off x="8064407" y="4282751"/>
                <a:ext cx="206666" cy="207992"/>
                <a:chOff x="4149281" y="1887719"/>
                <a:chExt cx="224837" cy="226650"/>
              </a:xfrm>
            </p:grpSpPr>
            <p:sp>
              <p:nvSpPr>
                <p:cNvPr id="310" name="íṡḷiḋe">
                  <a:extLst>
                    <a:ext uri="{FF2B5EF4-FFF2-40B4-BE49-F238E27FC236}">
                      <a16:creationId xmlns:a16="http://schemas.microsoft.com/office/drawing/2014/main" id="{BF385C2E-F6F9-C3C6-7CB1-9A49D1045791}"/>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11" name="íšļíḑé">
                  <a:extLst>
                    <a:ext uri="{FF2B5EF4-FFF2-40B4-BE49-F238E27FC236}">
                      <a16:creationId xmlns:a16="http://schemas.microsoft.com/office/drawing/2014/main" id="{2A266160-B5A2-2D63-A072-568DD1A539B2}"/>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75" name="iṧľïḓe">
                <a:extLst>
                  <a:ext uri="{FF2B5EF4-FFF2-40B4-BE49-F238E27FC236}">
                    <a16:creationId xmlns:a16="http://schemas.microsoft.com/office/drawing/2014/main" id="{378B8284-2AAA-352A-93EB-6A971B334B2C}"/>
                  </a:ext>
                </a:extLst>
              </p:cNvPr>
              <p:cNvGrpSpPr/>
              <p:nvPr/>
            </p:nvGrpSpPr>
            <p:grpSpPr>
              <a:xfrm>
                <a:off x="8955070" y="5174890"/>
                <a:ext cx="206666" cy="207992"/>
                <a:chOff x="4149281" y="1887719"/>
                <a:chExt cx="224837" cy="226650"/>
              </a:xfrm>
            </p:grpSpPr>
            <p:sp>
              <p:nvSpPr>
                <p:cNvPr id="308" name="îśľïḑé">
                  <a:extLst>
                    <a:ext uri="{FF2B5EF4-FFF2-40B4-BE49-F238E27FC236}">
                      <a16:creationId xmlns:a16="http://schemas.microsoft.com/office/drawing/2014/main" id="{F753F878-0B63-CCCA-42BB-29D2ACAB3F8C}"/>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09" name="iśľiḑè">
                  <a:extLst>
                    <a:ext uri="{FF2B5EF4-FFF2-40B4-BE49-F238E27FC236}">
                      <a16:creationId xmlns:a16="http://schemas.microsoft.com/office/drawing/2014/main" id="{6AF8CACF-BC56-1443-3F52-BABD369964DB}"/>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76" name="íṣḷiḑè">
                <a:extLst>
                  <a:ext uri="{FF2B5EF4-FFF2-40B4-BE49-F238E27FC236}">
                    <a16:creationId xmlns:a16="http://schemas.microsoft.com/office/drawing/2014/main" id="{89470D22-21F6-AF16-5209-CA3FB06426F1}"/>
                  </a:ext>
                </a:extLst>
              </p:cNvPr>
              <p:cNvGrpSpPr/>
              <p:nvPr/>
            </p:nvGrpSpPr>
            <p:grpSpPr>
              <a:xfrm>
                <a:off x="10292880" y="5137384"/>
                <a:ext cx="206666" cy="207992"/>
                <a:chOff x="4149281" y="1887719"/>
                <a:chExt cx="224837" cy="226650"/>
              </a:xfrm>
            </p:grpSpPr>
            <p:sp>
              <p:nvSpPr>
                <p:cNvPr id="306" name="íṧḷiḑe">
                  <a:extLst>
                    <a:ext uri="{FF2B5EF4-FFF2-40B4-BE49-F238E27FC236}">
                      <a16:creationId xmlns:a16="http://schemas.microsoft.com/office/drawing/2014/main" id="{E1AA65AA-419A-3303-C4E2-2981D9F1A0CB}"/>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07" name="îṣļidè">
                  <a:extLst>
                    <a:ext uri="{FF2B5EF4-FFF2-40B4-BE49-F238E27FC236}">
                      <a16:creationId xmlns:a16="http://schemas.microsoft.com/office/drawing/2014/main" id="{6EE15716-01B4-EDBE-FB15-BF297EC29CE3}"/>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77" name="îš1ïďê">
                <a:extLst>
                  <a:ext uri="{FF2B5EF4-FFF2-40B4-BE49-F238E27FC236}">
                    <a16:creationId xmlns:a16="http://schemas.microsoft.com/office/drawing/2014/main" id="{C0C7262F-11D8-FB96-00A5-989C68040575}"/>
                  </a:ext>
                </a:extLst>
              </p:cNvPr>
              <p:cNvGrpSpPr/>
              <p:nvPr/>
            </p:nvGrpSpPr>
            <p:grpSpPr>
              <a:xfrm>
                <a:off x="11174118" y="4385234"/>
                <a:ext cx="206666" cy="207992"/>
                <a:chOff x="4149281" y="1887719"/>
                <a:chExt cx="224837" cy="226650"/>
              </a:xfrm>
            </p:grpSpPr>
            <p:sp>
              <p:nvSpPr>
                <p:cNvPr id="304" name="îš1îḋe">
                  <a:extLst>
                    <a:ext uri="{FF2B5EF4-FFF2-40B4-BE49-F238E27FC236}">
                      <a16:creationId xmlns:a16="http://schemas.microsoft.com/office/drawing/2014/main" id="{7E34835C-BFB0-8723-94B5-C20FE7B8CABF}"/>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05" name="íŝľiďe">
                  <a:extLst>
                    <a:ext uri="{FF2B5EF4-FFF2-40B4-BE49-F238E27FC236}">
                      <a16:creationId xmlns:a16="http://schemas.microsoft.com/office/drawing/2014/main" id="{C48686AA-E2B7-C993-0A13-DC93EE03CFD7}"/>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278" name="íṣḷiḍé">
                <a:extLst>
                  <a:ext uri="{FF2B5EF4-FFF2-40B4-BE49-F238E27FC236}">
                    <a16:creationId xmlns:a16="http://schemas.microsoft.com/office/drawing/2014/main" id="{3E10CF65-D0B1-C8ED-046B-F6F21AF53C24}"/>
                  </a:ext>
                </a:extLst>
              </p:cNvPr>
              <p:cNvSpPr/>
              <p:nvPr/>
            </p:nvSpPr>
            <p:spPr>
              <a:xfrm>
                <a:off x="11213087" y="3145365"/>
                <a:ext cx="227333" cy="22879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279" name="îsļîḑê">
                <a:extLst>
                  <a:ext uri="{FF2B5EF4-FFF2-40B4-BE49-F238E27FC236}">
                    <a16:creationId xmlns:a16="http://schemas.microsoft.com/office/drawing/2014/main" id="{B3395E20-4529-52B7-B9A8-014FFD4AFD2F}"/>
                  </a:ext>
                </a:extLst>
              </p:cNvPr>
              <p:cNvGrpSpPr/>
              <p:nvPr/>
            </p:nvGrpSpPr>
            <p:grpSpPr>
              <a:xfrm>
                <a:off x="10849339" y="2499297"/>
                <a:ext cx="170798" cy="171894"/>
                <a:chOff x="4149281" y="1887719"/>
                <a:chExt cx="224837" cy="226650"/>
              </a:xfrm>
            </p:grpSpPr>
            <p:sp>
              <p:nvSpPr>
                <p:cNvPr id="302" name="iṩḷîḑè">
                  <a:extLst>
                    <a:ext uri="{FF2B5EF4-FFF2-40B4-BE49-F238E27FC236}">
                      <a16:creationId xmlns:a16="http://schemas.microsoft.com/office/drawing/2014/main" id="{9F05CE9D-5EAF-3EFE-CD99-FD761044B09A}"/>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03" name="isľîďê">
                  <a:extLst>
                    <a:ext uri="{FF2B5EF4-FFF2-40B4-BE49-F238E27FC236}">
                      <a16:creationId xmlns:a16="http://schemas.microsoft.com/office/drawing/2014/main" id="{97FF780F-9D79-40D2-BDF5-F18558317FB3}"/>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80" name="íşļïdé">
                <a:extLst>
                  <a:ext uri="{FF2B5EF4-FFF2-40B4-BE49-F238E27FC236}">
                    <a16:creationId xmlns:a16="http://schemas.microsoft.com/office/drawing/2014/main" id="{EB7791A1-302E-F8E8-D68A-53AF9E0F22AB}"/>
                  </a:ext>
                </a:extLst>
              </p:cNvPr>
              <p:cNvGrpSpPr/>
              <p:nvPr/>
            </p:nvGrpSpPr>
            <p:grpSpPr>
              <a:xfrm>
                <a:off x="10199623" y="2101555"/>
                <a:ext cx="170798" cy="171894"/>
                <a:chOff x="4149281" y="1887719"/>
                <a:chExt cx="224837" cy="226650"/>
              </a:xfrm>
            </p:grpSpPr>
            <p:sp>
              <p:nvSpPr>
                <p:cNvPr id="300" name="iṣ1iḋê">
                  <a:extLst>
                    <a:ext uri="{FF2B5EF4-FFF2-40B4-BE49-F238E27FC236}">
                      <a16:creationId xmlns:a16="http://schemas.microsoft.com/office/drawing/2014/main" id="{A11530C1-A041-DF0F-0DB6-8135A2F449E4}"/>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01" name="îṥ1iḑê">
                  <a:extLst>
                    <a:ext uri="{FF2B5EF4-FFF2-40B4-BE49-F238E27FC236}">
                      <a16:creationId xmlns:a16="http://schemas.microsoft.com/office/drawing/2014/main" id="{33973EC3-13E1-E2D9-BFA8-1DDC42566E33}"/>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81" name="ís1ídè">
                <a:extLst>
                  <a:ext uri="{FF2B5EF4-FFF2-40B4-BE49-F238E27FC236}">
                    <a16:creationId xmlns:a16="http://schemas.microsoft.com/office/drawing/2014/main" id="{97B65957-D9AD-21C6-FC90-60B606C2A01F}"/>
                  </a:ext>
                </a:extLst>
              </p:cNvPr>
              <p:cNvGrpSpPr/>
              <p:nvPr/>
            </p:nvGrpSpPr>
            <p:grpSpPr>
              <a:xfrm>
                <a:off x="9344445" y="1991998"/>
                <a:ext cx="170798" cy="171894"/>
                <a:chOff x="4149281" y="1887719"/>
                <a:chExt cx="224837" cy="226650"/>
              </a:xfrm>
            </p:grpSpPr>
            <p:sp>
              <p:nvSpPr>
                <p:cNvPr id="298" name="ïṡḻîḓê">
                  <a:extLst>
                    <a:ext uri="{FF2B5EF4-FFF2-40B4-BE49-F238E27FC236}">
                      <a16:creationId xmlns:a16="http://schemas.microsoft.com/office/drawing/2014/main" id="{18906665-D559-FD34-1B45-EE13F6BED1C3}"/>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9" name="íṥlïďé">
                  <a:extLst>
                    <a:ext uri="{FF2B5EF4-FFF2-40B4-BE49-F238E27FC236}">
                      <a16:creationId xmlns:a16="http://schemas.microsoft.com/office/drawing/2014/main" id="{F2CDDD70-BAF2-19A6-4F2B-EDF2F8971BCC}"/>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82" name="ïsľíḋe">
                <a:extLst>
                  <a:ext uri="{FF2B5EF4-FFF2-40B4-BE49-F238E27FC236}">
                    <a16:creationId xmlns:a16="http://schemas.microsoft.com/office/drawing/2014/main" id="{0D3E7C97-6432-969D-C198-CB75B23582A0}"/>
                  </a:ext>
                </a:extLst>
              </p:cNvPr>
              <p:cNvGrpSpPr/>
              <p:nvPr/>
            </p:nvGrpSpPr>
            <p:grpSpPr>
              <a:xfrm>
                <a:off x="8284829" y="2625930"/>
                <a:ext cx="181307" cy="182470"/>
                <a:chOff x="4149281" y="1887719"/>
                <a:chExt cx="224837" cy="226650"/>
              </a:xfrm>
            </p:grpSpPr>
            <p:sp>
              <p:nvSpPr>
                <p:cNvPr id="296" name="î$lîḍe">
                  <a:extLst>
                    <a:ext uri="{FF2B5EF4-FFF2-40B4-BE49-F238E27FC236}">
                      <a16:creationId xmlns:a16="http://schemas.microsoft.com/office/drawing/2014/main" id="{2641EB99-1109-7C8A-9E1D-584379CC6A4D}"/>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7" name="ïšḷíďè">
                  <a:extLst>
                    <a:ext uri="{FF2B5EF4-FFF2-40B4-BE49-F238E27FC236}">
                      <a16:creationId xmlns:a16="http://schemas.microsoft.com/office/drawing/2014/main" id="{4F570564-D2F8-0902-22B2-8DAD6FA9B308}"/>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283" name="iṡľïḍê">
                <a:extLst>
                  <a:ext uri="{FF2B5EF4-FFF2-40B4-BE49-F238E27FC236}">
                    <a16:creationId xmlns:a16="http://schemas.microsoft.com/office/drawing/2014/main" id="{40335198-1037-F63D-3CFC-B80B3C550F3D}"/>
                  </a:ext>
                </a:extLst>
              </p:cNvPr>
              <p:cNvSpPr/>
              <p:nvPr/>
            </p:nvSpPr>
            <p:spPr>
              <a:xfrm>
                <a:off x="7704633" y="3049669"/>
                <a:ext cx="744042" cy="748810"/>
              </a:xfrm>
              <a:prstGeom prst="ellipse">
                <a:avLst/>
              </a:prstGeom>
              <a:solidFill>
                <a:schemeClr val="tx1">
                  <a:lumMod val="50000"/>
                  <a:lumOff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lvl="0" defTabSz="914400" hangingPunct="1"/>
                <a:r>
                  <a:rPr kumimoji="0" lang="zh-CN" altLang="en-US" sz="1200" b="1" i="0" u="none" strike="noStrike" kern="1200" cap="none" spc="0" normalizeH="0" baseline="0" noProof="0" dirty="0">
                    <a:ln>
                      <a:noFill/>
                    </a:ln>
                    <a:solidFill>
                      <a:srgbClr val="FFFFFF"/>
                    </a:solidFill>
                    <a:effectLst/>
                    <a:uLnTx/>
                    <a:uFillTx/>
                    <a:latin typeface="Arial"/>
                    <a:ea typeface="微软雅黑"/>
                    <a:cs typeface="+mn-cs"/>
                  </a:rPr>
                  <a:t>主要问题</a:t>
                </a:r>
                <a:endParaRPr kumimoji="0" sz="1200" b="1" i="0" u="none" strike="noStrike" kern="1200" cap="none" spc="0" normalizeH="0" baseline="0" noProof="0" dirty="0">
                  <a:ln>
                    <a:noFill/>
                  </a:ln>
                  <a:solidFill>
                    <a:srgbClr val="FFFFFF"/>
                  </a:solidFill>
                  <a:effectLst/>
                  <a:uLnTx/>
                  <a:uFillTx/>
                  <a:latin typeface="Arial"/>
                  <a:ea typeface="微软雅黑"/>
                  <a:cs typeface="+mn-cs"/>
                </a:endParaRPr>
              </a:p>
            </p:txBody>
          </p:sp>
          <p:grpSp>
            <p:nvGrpSpPr>
              <p:cNvPr id="284" name="íşḻíďé">
                <a:extLst>
                  <a:ext uri="{FF2B5EF4-FFF2-40B4-BE49-F238E27FC236}">
                    <a16:creationId xmlns:a16="http://schemas.microsoft.com/office/drawing/2014/main" id="{DF09C37F-7142-681A-50C8-1E818323CC10}"/>
                  </a:ext>
                </a:extLst>
              </p:cNvPr>
              <p:cNvGrpSpPr/>
              <p:nvPr/>
            </p:nvGrpSpPr>
            <p:grpSpPr>
              <a:xfrm>
                <a:off x="8575520" y="3036395"/>
                <a:ext cx="164825" cy="165880"/>
                <a:chOff x="4149281" y="1887719"/>
                <a:chExt cx="224837" cy="226650"/>
              </a:xfrm>
            </p:grpSpPr>
            <p:sp>
              <p:nvSpPr>
                <p:cNvPr id="294" name="îšḻïḑe">
                  <a:extLst>
                    <a:ext uri="{FF2B5EF4-FFF2-40B4-BE49-F238E27FC236}">
                      <a16:creationId xmlns:a16="http://schemas.microsoft.com/office/drawing/2014/main" id="{C96729F2-53F9-F1B3-82EF-CB11C027A3E0}"/>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5" name="îṣlíḋè">
                  <a:extLst>
                    <a:ext uri="{FF2B5EF4-FFF2-40B4-BE49-F238E27FC236}">
                      <a16:creationId xmlns:a16="http://schemas.microsoft.com/office/drawing/2014/main" id="{B0D30770-B8D2-6C31-1578-C51FF44DE392}"/>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85" name="ï$ļíḍé">
                <a:extLst>
                  <a:ext uri="{FF2B5EF4-FFF2-40B4-BE49-F238E27FC236}">
                    <a16:creationId xmlns:a16="http://schemas.microsoft.com/office/drawing/2014/main" id="{F3CC6403-5049-059B-E283-10DC2494112A}"/>
                  </a:ext>
                </a:extLst>
              </p:cNvPr>
              <p:cNvGrpSpPr/>
              <p:nvPr/>
            </p:nvGrpSpPr>
            <p:grpSpPr>
              <a:xfrm>
                <a:off x="8709469" y="4330439"/>
                <a:ext cx="271082" cy="272820"/>
                <a:chOff x="4149281" y="1887719"/>
                <a:chExt cx="224837" cy="226650"/>
              </a:xfrm>
            </p:grpSpPr>
            <p:sp>
              <p:nvSpPr>
                <p:cNvPr id="292" name="îsļíḑe">
                  <a:extLst>
                    <a:ext uri="{FF2B5EF4-FFF2-40B4-BE49-F238E27FC236}">
                      <a16:creationId xmlns:a16="http://schemas.microsoft.com/office/drawing/2014/main" id="{9D6CC486-8FF5-B24D-18EF-D82819D7EB95}"/>
                    </a:ext>
                  </a:extLst>
                </p:cNvPr>
                <p:cNvSpPr/>
                <p:nvPr/>
              </p:nvSpPr>
              <p:spPr>
                <a:xfrm>
                  <a:off x="4149281" y="1887719"/>
                  <a:ext cx="224837" cy="226650"/>
                </a:xfrm>
                <a:prstGeom prst="ellipse">
                  <a:avLst/>
                </a:prstGeom>
                <a:solidFill>
                  <a:schemeClr val="accent4">
                    <a:lumMod val="10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3" name="îš1ïḋé">
                  <a:extLst>
                    <a:ext uri="{FF2B5EF4-FFF2-40B4-BE49-F238E27FC236}">
                      <a16:creationId xmlns:a16="http://schemas.microsoft.com/office/drawing/2014/main" id="{E0B24638-A975-AC0C-7DB9-92C4FF0D52EC}"/>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86" name="iṩ1îḍé">
                <a:extLst>
                  <a:ext uri="{FF2B5EF4-FFF2-40B4-BE49-F238E27FC236}">
                    <a16:creationId xmlns:a16="http://schemas.microsoft.com/office/drawing/2014/main" id="{0D339B6E-1FC1-DE81-49B2-A62BE12E7209}"/>
                  </a:ext>
                </a:extLst>
              </p:cNvPr>
              <p:cNvGrpSpPr/>
              <p:nvPr/>
            </p:nvGrpSpPr>
            <p:grpSpPr>
              <a:xfrm>
                <a:off x="9215633" y="2351279"/>
                <a:ext cx="170798" cy="171894"/>
                <a:chOff x="4149281" y="1887719"/>
                <a:chExt cx="224837" cy="226650"/>
              </a:xfrm>
            </p:grpSpPr>
            <p:sp>
              <p:nvSpPr>
                <p:cNvPr id="290" name="iṩľîḑè">
                  <a:extLst>
                    <a:ext uri="{FF2B5EF4-FFF2-40B4-BE49-F238E27FC236}">
                      <a16:creationId xmlns:a16="http://schemas.microsoft.com/office/drawing/2014/main" id="{094F4209-B3CC-3A6B-A805-875AD009C682}"/>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1" name="îś1îḍe">
                  <a:extLst>
                    <a:ext uri="{FF2B5EF4-FFF2-40B4-BE49-F238E27FC236}">
                      <a16:creationId xmlns:a16="http://schemas.microsoft.com/office/drawing/2014/main" id="{C5BBE7E4-A9F5-1F6E-BB83-96B5CEDD8D39}"/>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87" name="íṡļiḓè">
                <a:extLst>
                  <a:ext uri="{FF2B5EF4-FFF2-40B4-BE49-F238E27FC236}">
                    <a16:creationId xmlns:a16="http://schemas.microsoft.com/office/drawing/2014/main" id="{E6BCE5E2-2115-43BF-B059-5196E6E4DD3C}"/>
                  </a:ext>
                </a:extLst>
              </p:cNvPr>
              <p:cNvGrpSpPr/>
              <p:nvPr/>
            </p:nvGrpSpPr>
            <p:grpSpPr>
              <a:xfrm>
                <a:off x="10526093" y="4752957"/>
                <a:ext cx="206667" cy="207992"/>
                <a:chOff x="4149281" y="1887719"/>
                <a:chExt cx="224837" cy="226650"/>
              </a:xfrm>
            </p:grpSpPr>
            <p:sp>
              <p:nvSpPr>
                <p:cNvPr id="288" name="ïŝļïdê">
                  <a:extLst>
                    <a:ext uri="{FF2B5EF4-FFF2-40B4-BE49-F238E27FC236}">
                      <a16:creationId xmlns:a16="http://schemas.microsoft.com/office/drawing/2014/main" id="{CCC86070-FCA1-672C-C65F-E1234930D452}"/>
                    </a:ext>
                  </a:extLst>
                </p:cNvPr>
                <p:cNvSpPr/>
                <p:nvPr/>
              </p:nvSpPr>
              <p:spPr>
                <a:xfrm>
                  <a:off x="4149281" y="1887719"/>
                  <a:ext cx="224837" cy="226650"/>
                </a:xfrm>
                <a:prstGeom prst="ellipse">
                  <a:avLst/>
                </a:prstGeom>
                <a:solidFill>
                  <a:schemeClr val="accent4">
                    <a:lumMod val="10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89" name="ïṥļíďê">
                  <a:extLst>
                    <a:ext uri="{FF2B5EF4-FFF2-40B4-BE49-F238E27FC236}">
                      <a16:creationId xmlns:a16="http://schemas.microsoft.com/office/drawing/2014/main" id="{3D451466-3A2E-EE3C-DCDA-D131B2F1246A}"/>
                    </a:ext>
                  </a:extLst>
                </p:cNvPr>
                <p:cNvSpPr/>
                <p:nvPr/>
              </p:nvSpPr>
              <p:spPr>
                <a:xfrm>
                  <a:off x="4209256" y="1948177"/>
                  <a:ext cx="104887" cy="105734"/>
                </a:xfrm>
                <a:prstGeom prst="ellipse">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微软雅黑"/>
                    <a:cs typeface="+mn-cs"/>
                  </a:endParaRPr>
                </a:p>
              </p:txBody>
            </p:sp>
          </p:grpSp>
        </p:grpSp>
        <p:cxnSp>
          <p:nvCxnSpPr>
            <p:cNvPr id="235" name="肘形连接符 5">
              <a:extLst>
                <a:ext uri="{FF2B5EF4-FFF2-40B4-BE49-F238E27FC236}">
                  <a16:creationId xmlns:a16="http://schemas.microsoft.com/office/drawing/2014/main" id="{8CEC410C-A7DC-ACCF-3F5B-B72D609AA383}"/>
                </a:ext>
              </a:extLst>
            </p:cNvPr>
            <p:cNvCxnSpPr>
              <a:stCxn id="339" idx="3"/>
              <a:endCxn id="283" idx="2"/>
            </p:cNvCxnSpPr>
            <p:nvPr/>
          </p:nvCxnSpPr>
          <p:spPr>
            <a:xfrm>
              <a:off x="7330028" y="2434213"/>
              <a:ext cx="447873" cy="1038580"/>
            </a:xfrm>
            <a:prstGeom prst="bentConnector3">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36" name="肘形连接符 6">
              <a:extLst>
                <a:ext uri="{FF2B5EF4-FFF2-40B4-BE49-F238E27FC236}">
                  <a16:creationId xmlns:a16="http://schemas.microsoft.com/office/drawing/2014/main" id="{808AE5B8-8D8E-D854-1D31-1E80C015F5C6}"/>
                </a:ext>
              </a:extLst>
            </p:cNvPr>
            <p:cNvCxnSpPr>
              <a:stCxn id="283" idx="2"/>
              <a:endCxn id="335" idx="3"/>
            </p:cNvCxnSpPr>
            <p:nvPr/>
          </p:nvCxnSpPr>
          <p:spPr>
            <a:xfrm rot="10800000" flipV="1">
              <a:off x="7330029" y="3472793"/>
              <a:ext cx="447873" cy="1575232"/>
            </a:xfrm>
            <a:prstGeom prst="bentConnector3">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7" name="îṣḷíḍé">
              <a:extLst>
                <a:ext uri="{FF2B5EF4-FFF2-40B4-BE49-F238E27FC236}">
                  <a16:creationId xmlns:a16="http://schemas.microsoft.com/office/drawing/2014/main" id="{99FF1173-76B5-8A4A-96A8-7E503D6382FD}"/>
                </a:ext>
              </a:extLst>
            </p:cNvPr>
            <p:cNvSpPr txBox="1"/>
            <p:nvPr/>
          </p:nvSpPr>
          <p:spPr>
            <a:xfrm>
              <a:off x="721100" y="2351552"/>
              <a:ext cx="3458736" cy="2426116"/>
            </a:xfrm>
            <a:prstGeom prst="rect">
              <a:avLst/>
            </a:prstGeom>
            <a:noFill/>
          </p:spPr>
          <p:txBody>
            <a:bodyPr wrap="square" lIns="90000" tIns="46800" rIns="90000" bIns="46800" rtlCol="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mn-ea"/>
                  <a:cs typeface="+mn-cs"/>
                </a:rPr>
                <a:t>需求重点均集中在了微商和</a:t>
              </a:r>
              <a:r>
                <a:rPr kumimoji="0" lang="en-US" altLang="zh-CN" sz="1400" b="0" i="0" u="none" strike="noStrike" kern="1200" cap="none" spc="0" normalizeH="0" baseline="0" noProof="0" dirty="0">
                  <a:ln>
                    <a:noFill/>
                  </a:ln>
                  <a:solidFill>
                    <a:srgbClr val="000000"/>
                  </a:solidFill>
                  <a:effectLst/>
                  <a:uLnTx/>
                  <a:uFillTx/>
                  <a:latin typeface="+mn-ea"/>
                  <a:cs typeface="+mn-cs"/>
                </a:rPr>
                <a:t>121</a:t>
              </a:r>
              <a:r>
                <a:rPr kumimoji="0" lang="zh-CN" altLang="en-US" sz="1400" b="0" i="0" u="none" strike="noStrike" kern="1200" cap="none" spc="0" normalizeH="0" baseline="0" noProof="0" dirty="0">
                  <a:ln>
                    <a:noFill/>
                  </a:ln>
                  <a:solidFill>
                    <a:srgbClr val="000000"/>
                  </a:solidFill>
                  <a:effectLst/>
                  <a:uLnTx/>
                  <a:uFillTx/>
                  <a:latin typeface="+mn-ea"/>
                  <a:cs typeface="+mn-cs"/>
                </a:rPr>
                <a:t>，且各业务线需求均集中在了价格模块，为了对抗需求复杂度上升而带来的开发效能下降，技改亦均集中在了价格的计算优化上。</a:t>
              </a:r>
            </a:p>
          </p:txBody>
        </p:sp>
      </p:grpSp>
    </p:spTree>
    <p:extLst>
      <p:ext uri="{BB962C8B-B14F-4D97-AF65-F5344CB8AC3E}">
        <p14:creationId xmlns:p14="http://schemas.microsoft.com/office/powerpoint/2010/main" val="303847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302261" y="59630"/>
            <a:ext cx="586977" cy="628904"/>
          </a:xfrm>
          <a:prstGeom prst="rect">
            <a:avLst/>
          </a:prstGeom>
        </p:spPr>
      </p:pic>
      <p:pic>
        <p:nvPicPr>
          <p:cNvPr id="8" name="图片 7"/>
          <p:cNvPicPr>
            <a:picLocks noChangeAspect="1"/>
          </p:cNvPicPr>
          <p:nvPr/>
        </p:nvPicPr>
        <p:blipFill>
          <a:blip r:embed="rId4"/>
          <a:stretch>
            <a:fillRect/>
          </a:stretch>
        </p:blipFill>
        <p:spPr>
          <a:xfrm>
            <a:off x="0" y="736166"/>
            <a:ext cx="12192000" cy="9236"/>
          </a:xfrm>
          <a:prstGeom prst="rect">
            <a:avLst/>
          </a:prstGeom>
          <a:solidFill>
            <a:srgbClr val="FF0000"/>
          </a:solidFill>
          <a:ln>
            <a:solidFill>
              <a:srgbClr val="FF0000"/>
            </a:solidFill>
          </a:ln>
        </p:spPr>
      </p:pic>
      <p:pic>
        <p:nvPicPr>
          <p:cNvPr id="9" name="图片 8"/>
          <p:cNvPicPr>
            <a:picLocks noChangeAspect="1"/>
          </p:cNvPicPr>
          <p:nvPr/>
        </p:nvPicPr>
        <p:blipFill>
          <a:blip r:embed="rId5"/>
          <a:stretch>
            <a:fillRect/>
          </a:stretch>
        </p:blipFill>
        <p:spPr>
          <a:xfrm>
            <a:off x="10070592" y="313267"/>
            <a:ext cx="1005840" cy="236220"/>
          </a:xfrm>
          <a:prstGeom prst="rect">
            <a:avLst/>
          </a:prstGeom>
        </p:spPr>
      </p:pic>
      <p:pic>
        <p:nvPicPr>
          <p:cNvPr id="10" name="图片 9"/>
          <p:cNvPicPr>
            <a:picLocks noChangeAspect="1"/>
          </p:cNvPicPr>
          <p:nvPr/>
        </p:nvPicPr>
        <p:blipFill>
          <a:blip r:embed="rId6"/>
          <a:stretch>
            <a:fillRect/>
          </a:stretch>
        </p:blipFill>
        <p:spPr>
          <a:xfrm>
            <a:off x="11148895" y="403945"/>
            <a:ext cx="869369" cy="125476"/>
          </a:xfrm>
          <a:prstGeom prst="rect">
            <a:avLst/>
          </a:prstGeom>
        </p:spPr>
      </p:pic>
      <p:pic>
        <p:nvPicPr>
          <p:cNvPr id="11" name="图片 10"/>
          <p:cNvPicPr>
            <a:picLocks noChangeAspect="1"/>
          </p:cNvPicPr>
          <p:nvPr/>
        </p:nvPicPr>
        <p:blipFill>
          <a:blip r:embed="rId7"/>
          <a:stretch>
            <a:fillRect/>
          </a:stretch>
        </p:blipFill>
        <p:spPr>
          <a:xfrm>
            <a:off x="10035254" y="311042"/>
            <a:ext cx="203605" cy="254507"/>
          </a:xfrm>
          <a:prstGeom prst="rect">
            <a:avLst/>
          </a:prstGeom>
        </p:spPr>
      </p:pic>
      <p:pic>
        <p:nvPicPr>
          <p:cNvPr id="18" name="图片 17"/>
          <p:cNvPicPr>
            <a:picLocks noChangeAspect="1"/>
          </p:cNvPicPr>
          <p:nvPr/>
        </p:nvPicPr>
        <p:blipFill>
          <a:blip r:embed="rId8"/>
          <a:stretch>
            <a:fillRect/>
          </a:stretch>
        </p:blipFill>
        <p:spPr>
          <a:xfrm>
            <a:off x="-169944" y="-374177"/>
            <a:ext cx="1612664" cy="1612664"/>
          </a:xfrm>
          <a:prstGeom prst="rect">
            <a:avLst/>
          </a:prstGeom>
        </p:spPr>
      </p:pic>
      <p:sp>
        <p:nvSpPr>
          <p:cNvPr id="93" name="标题 1"/>
          <p:cNvSpPr txBox="1"/>
          <p:nvPr/>
        </p:nvSpPr>
        <p:spPr>
          <a:xfrm>
            <a:off x="924559" y="195580"/>
            <a:ext cx="6296637" cy="516890"/>
          </a:xfrm>
          <a:prstGeom prst="rect">
            <a:avLst/>
          </a:prstGeom>
        </p:spPr>
        <p:txBody>
          <a:bodyPr vert="horz" lIns="91440" tIns="45720" rIns="91440" bIns="45720" rtlCol="0" anchor="b">
            <a:normAutofit fontScale="95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微软雅黑" charset="0"/>
                <a:ea typeface="微软雅黑" charset="0"/>
                <a:cs typeface="微软雅黑" charset="0"/>
                <a:sym typeface="+mn-ea"/>
              </a:rPr>
              <a:t>2022</a:t>
            </a:r>
            <a:r>
              <a:rPr lang="zh-CN" altLang="en-US" sz="2400" dirty="0">
                <a:latin typeface="微软雅黑" charset="0"/>
                <a:ea typeface="微软雅黑" charset="0"/>
                <a:cs typeface="微软雅黑" charset="0"/>
                <a:sym typeface="+mn-ea"/>
              </a:rPr>
              <a:t>商品总结</a:t>
            </a:r>
            <a:r>
              <a:rPr lang="en-US" altLang="zh-CN" sz="2400" dirty="0">
                <a:latin typeface="微软雅黑" charset="0"/>
                <a:ea typeface="微软雅黑" charset="0"/>
                <a:cs typeface="微软雅黑" charset="0"/>
                <a:sym typeface="+mn-ea"/>
              </a:rPr>
              <a:t>-</a:t>
            </a:r>
            <a:r>
              <a:rPr lang="zh-CN" altLang="en-US" sz="2400" dirty="0">
                <a:latin typeface="微软雅黑" charset="0"/>
                <a:ea typeface="微软雅黑" charset="0"/>
                <a:cs typeface="微软雅黑" charset="0"/>
                <a:sym typeface="+mn-ea"/>
              </a:rPr>
              <a:t>会员差异定价</a:t>
            </a:r>
            <a:r>
              <a:rPr lang="en-US" altLang="zh-CN" sz="2400" dirty="0">
                <a:latin typeface="微软雅黑" charset="0"/>
                <a:ea typeface="微软雅黑" charset="0"/>
                <a:cs typeface="微软雅黑" charset="0"/>
                <a:sym typeface="+mn-ea"/>
              </a:rPr>
              <a:t>&amp;</a:t>
            </a:r>
            <a:r>
              <a:rPr lang="zh-CN" altLang="en-US" sz="2400" dirty="0">
                <a:latin typeface="微软雅黑" charset="0"/>
                <a:ea typeface="微软雅黑" charset="0"/>
                <a:cs typeface="微软雅黑" charset="0"/>
                <a:sym typeface="+mn-ea"/>
              </a:rPr>
              <a:t>价格统一项目</a:t>
            </a:r>
            <a:endParaRPr lang="zh-CN" altLang="en-US" sz="2400" dirty="0">
              <a:latin typeface="微软雅黑" charset="0"/>
              <a:ea typeface="微软雅黑" charset="0"/>
              <a:cs typeface="微软雅黑" charset="0"/>
            </a:endParaRPr>
          </a:p>
        </p:txBody>
      </p:sp>
      <p:sp>
        <p:nvSpPr>
          <p:cNvPr id="12" name="TextBox 29"/>
          <p:cNvSpPr txBox="1"/>
          <p:nvPr/>
        </p:nvSpPr>
        <p:spPr>
          <a:xfrm>
            <a:off x="396240" y="1041440"/>
            <a:ext cx="4013200" cy="5245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背景</a:t>
            </a:r>
            <a:endParaRPr lang="zh-CN" altLang="en-US" sz="1200" dirty="0">
              <a:solidFill>
                <a:schemeClr val="tx1"/>
              </a:solidFill>
              <a:latin typeface="微软雅黑" charset="-122"/>
              <a:ea typeface="微软雅黑" charset="-122"/>
              <a:cs typeface="微软雅黑" charset="-122"/>
            </a:endParaRPr>
          </a:p>
          <a:p>
            <a:pPr algn="l">
              <a:lnSpc>
                <a:spcPct val="150000"/>
              </a:lnSpc>
              <a:buFont typeface="Wingdings" panose="05000000000000000000" pitchFamily="2" charset="2"/>
            </a:pPr>
            <a:r>
              <a:rPr lang="zh-CN" altLang="en-US" sz="1100" dirty="0">
                <a:solidFill>
                  <a:schemeClr val="tx1"/>
                </a:solidFill>
                <a:latin typeface="微软雅黑" charset="-122"/>
                <a:ea typeface="微软雅黑" charset="-122"/>
                <a:cs typeface="微软雅黑" charset="-122"/>
              </a:rPr>
              <a:t>因为历史原因价格服务割裂为有批次和无批次</a:t>
            </a:r>
            <a:r>
              <a:rPr lang="en-US" altLang="zh-CN" sz="1100" dirty="0">
                <a:solidFill>
                  <a:schemeClr val="tx1"/>
                </a:solidFill>
                <a:latin typeface="微软雅黑" charset="-122"/>
                <a:ea typeface="微软雅黑" charset="-122"/>
                <a:cs typeface="微软雅黑" charset="-122"/>
              </a:rPr>
              <a:t>2</a:t>
            </a:r>
            <a:r>
              <a:rPr lang="zh-CN" altLang="en-US" sz="1100" dirty="0">
                <a:solidFill>
                  <a:schemeClr val="tx1"/>
                </a:solidFill>
                <a:latin typeface="微软雅黑" charset="-122"/>
                <a:ea typeface="微软雅黑" charset="-122"/>
                <a:cs typeface="微软雅黑" charset="-122"/>
              </a:rPr>
              <a:t>部分，上层所有应用（列表、详情、下单）都需要进行特殊处理，底层的特殊性扩散到所有地方。</a:t>
            </a:r>
            <a:endParaRPr lang="en-US" altLang="zh-CN" sz="1100" dirty="0">
              <a:solidFill>
                <a:schemeClr val="tx1"/>
              </a:solidFill>
              <a:latin typeface="微软雅黑" charset="-122"/>
              <a:ea typeface="微软雅黑" charset="-122"/>
              <a:cs typeface="微软雅黑" charset="-122"/>
            </a:endParaRPr>
          </a:p>
          <a:p>
            <a:pPr algn="l">
              <a:lnSpc>
                <a:spcPct val="150000"/>
              </a:lnSpc>
              <a:buFont typeface="Wingdings" panose="05000000000000000000" pitchFamily="2" charset="2"/>
            </a:pPr>
            <a:endParaRPr lang="en-US" altLang="zh-CN" sz="1100" dirty="0">
              <a:solidFill>
                <a:schemeClr val="tx1"/>
              </a:solidFill>
              <a:latin typeface="微软雅黑" charset="-122"/>
              <a:ea typeface="微软雅黑" charset="-122"/>
              <a:cs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rPr>
              <a:t>问题</a:t>
            </a:r>
            <a:endParaRPr lang="en-US" altLang="zh-CN" sz="1200" b="1" dirty="0">
              <a:solidFill>
                <a:schemeClr val="tx1"/>
              </a:solidFill>
              <a:latin typeface="微软雅黑" charset="-122"/>
              <a:ea typeface="微软雅黑" charset="-122"/>
            </a:endParaRPr>
          </a:p>
          <a:p>
            <a:pPr algn="l">
              <a:lnSpc>
                <a:spcPct val="150000"/>
              </a:lnSpc>
            </a:pPr>
            <a:r>
              <a:rPr lang="zh-CN" altLang="en-US" sz="1100" dirty="0">
                <a:solidFill>
                  <a:schemeClr val="tx1"/>
                </a:solidFill>
                <a:latin typeface="微软雅黑" charset="-122"/>
                <a:ea typeface="微软雅黑" charset="-122"/>
              </a:rPr>
              <a:t>一方面造成逻辑的重复，一方面没有统一收敛的地方会带来造成逻辑不一致。</a:t>
            </a:r>
            <a:endParaRPr lang="en-US" altLang="zh-CN" sz="1100" dirty="0">
              <a:solidFill>
                <a:schemeClr val="tx1"/>
              </a:solidFill>
              <a:latin typeface="微软雅黑" charset="-122"/>
              <a:ea typeface="微软雅黑" charset="-122"/>
              <a:cs typeface="微软雅黑" charset="-122"/>
            </a:endParaRPr>
          </a:p>
          <a:p>
            <a:pPr marL="285750" indent="-285750" algn="l">
              <a:lnSpc>
                <a:spcPct val="150000"/>
              </a:lnSpc>
              <a:buFont typeface="Wingdings" panose="05000000000000000000" charset="0"/>
              <a:buChar char=""/>
            </a:pPr>
            <a:endParaRPr lang="en-US" altLang="zh-CN" sz="1200" dirty="0">
              <a:solidFill>
                <a:schemeClr val="tx1"/>
              </a:solidFill>
              <a:latin typeface="微软雅黑" charset="-122"/>
              <a:ea typeface="微软雅黑" charset="-122"/>
              <a:cs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解决方案</a:t>
            </a: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因为有批次必须依赖</a:t>
            </a:r>
            <a:r>
              <a:rPr lang="en-US" altLang="zh-CN" sz="1100" dirty="0">
                <a:solidFill>
                  <a:schemeClr val="tx1"/>
                </a:solidFill>
                <a:latin typeface="微软雅黑" charset="-122"/>
                <a:ea typeface="微软雅黑" charset="-122"/>
                <a:cs typeface="微软雅黑" charset="-122"/>
              </a:rPr>
              <a:t>icp</a:t>
            </a:r>
            <a:r>
              <a:rPr lang="zh-CN" altLang="en-US" sz="1100" dirty="0">
                <a:solidFill>
                  <a:schemeClr val="tx1"/>
                </a:solidFill>
                <a:latin typeface="微软雅黑" charset="-122"/>
                <a:ea typeface="微软雅黑" charset="-122"/>
                <a:cs typeface="微软雅黑" charset="-122"/>
              </a:rPr>
              <a:t>，因此</a:t>
            </a:r>
            <a:r>
              <a:rPr lang="en-US" altLang="zh-CN" sz="1100" dirty="0">
                <a:solidFill>
                  <a:schemeClr val="tx1"/>
                </a:solidFill>
                <a:latin typeface="微软雅黑" charset="-122"/>
                <a:ea typeface="微软雅黑" charset="-122"/>
                <a:cs typeface="微软雅黑" charset="-122"/>
              </a:rPr>
              <a:t>icp</a:t>
            </a:r>
            <a:r>
              <a:rPr lang="zh-CN" altLang="en-US" sz="1100" dirty="0">
                <a:solidFill>
                  <a:schemeClr val="tx1"/>
                </a:solidFill>
                <a:latin typeface="微软雅黑" charset="-122"/>
                <a:ea typeface="微软雅黑" charset="-122"/>
                <a:cs typeface="微软雅黑" charset="-122"/>
              </a:rPr>
              <a:t> 承接所有价格逻辑，将价格相关的领域都沉淀到商品。</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抽象化</a:t>
            </a:r>
            <a:r>
              <a:rPr lang="en-US" altLang="zh-CN" sz="1100" dirty="0">
                <a:solidFill>
                  <a:schemeClr val="tx1"/>
                </a:solidFill>
                <a:latin typeface="微软雅黑" charset="-122"/>
                <a:ea typeface="微软雅黑" charset="-122"/>
                <a:cs typeface="微软雅黑" charset="-122"/>
              </a:rPr>
              <a:t>api</a:t>
            </a:r>
            <a:r>
              <a:rPr lang="zh-CN" altLang="en-US" sz="1100" dirty="0">
                <a:solidFill>
                  <a:schemeClr val="tx1"/>
                </a:solidFill>
                <a:latin typeface="微软雅黑" charset="-122"/>
                <a:ea typeface="微软雅黑" charset="-122"/>
                <a:cs typeface="微软雅黑" charset="-122"/>
              </a:rPr>
              <a:t>，上层不需要关心具体商品类型，降低整体心智负担。</a:t>
            </a:r>
          </a:p>
          <a:p>
            <a:pPr marL="742950" lvl="1" indent="-285750" algn="l">
              <a:lnSpc>
                <a:spcPct val="150000"/>
              </a:lnSpc>
              <a:buFont typeface="Wingdings" panose="05000000000000000000" charset="0"/>
              <a:buChar char=""/>
            </a:pPr>
            <a:endParaRPr lang="zh-CN" altLang="en-US" sz="1100" dirty="0">
              <a:solidFill>
                <a:schemeClr val="tx1"/>
              </a:solidFill>
              <a:latin typeface="微软雅黑" charset="-122"/>
              <a:ea typeface="微软雅黑" charset="-122"/>
              <a:cs typeface="微软雅黑" charset="-122"/>
            </a:endParaRPr>
          </a:p>
          <a:p>
            <a:pPr marL="285750" lvl="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效果</a:t>
            </a: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服务接口从</a:t>
            </a:r>
            <a:r>
              <a:rPr lang="en-US" altLang="zh-CN" sz="1100" dirty="0">
                <a:solidFill>
                  <a:schemeClr val="tx1"/>
                </a:solidFill>
                <a:latin typeface="微软雅黑" charset="-122"/>
                <a:ea typeface="微软雅黑" charset="-122"/>
                <a:cs typeface="微软雅黑" charset="-122"/>
              </a:rPr>
              <a:t>13</a:t>
            </a:r>
            <a:r>
              <a:rPr lang="zh-CN" altLang="en-US" sz="1100" dirty="0">
                <a:solidFill>
                  <a:schemeClr val="tx1"/>
                </a:solidFill>
                <a:latin typeface="微软雅黑" charset="-122"/>
                <a:ea typeface="微软雅黑" charset="-122"/>
                <a:cs typeface="微软雅黑" charset="-122"/>
              </a:rPr>
              <a:t> 下降到</a:t>
            </a:r>
            <a:r>
              <a:rPr lang="en-US" altLang="zh-CN" sz="1100" dirty="0">
                <a:solidFill>
                  <a:schemeClr val="tx1"/>
                </a:solidFill>
                <a:latin typeface="微软雅黑" charset="-122"/>
                <a:ea typeface="微软雅黑" charset="-122"/>
                <a:cs typeface="微软雅黑" charset="-122"/>
              </a:rPr>
              <a:t>6</a:t>
            </a:r>
            <a:r>
              <a:rPr lang="zh-CN" altLang="en-US" sz="1100" dirty="0">
                <a:solidFill>
                  <a:schemeClr val="tx1"/>
                </a:solidFill>
                <a:latin typeface="微软雅黑" charset="-122"/>
                <a:ea typeface="微软雅黑" charset="-122"/>
                <a:cs typeface="微软雅黑" charset="-122"/>
              </a:rPr>
              <a:t>个。</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服务方从</a:t>
            </a:r>
            <a:r>
              <a:rPr lang="en-US" altLang="zh-CN" sz="1100" dirty="0">
                <a:solidFill>
                  <a:schemeClr val="tx1"/>
                </a:solidFill>
                <a:latin typeface="微软雅黑" charset="-122"/>
                <a:ea typeface="微软雅黑" charset="-122"/>
                <a:cs typeface="微软雅黑" charset="-122"/>
              </a:rPr>
              <a:t>2</a:t>
            </a:r>
            <a:r>
              <a:rPr lang="zh-CN" altLang="en-US" sz="1100" dirty="0">
                <a:solidFill>
                  <a:schemeClr val="tx1"/>
                </a:solidFill>
                <a:latin typeface="微软雅黑" charset="-122"/>
                <a:ea typeface="微软雅黑" charset="-122"/>
                <a:cs typeface="微软雅黑" charset="-122"/>
              </a:rPr>
              <a:t>个聚焦为</a:t>
            </a:r>
            <a:r>
              <a:rPr lang="en-US" altLang="zh-CN" sz="1100" dirty="0">
                <a:solidFill>
                  <a:schemeClr val="tx1"/>
                </a:solidFill>
                <a:latin typeface="微软雅黑" charset="-122"/>
                <a:ea typeface="微软雅黑" charset="-122"/>
                <a:cs typeface="微软雅黑" charset="-122"/>
              </a:rPr>
              <a:t>1</a:t>
            </a:r>
            <a:r>
              <a:rPr lang="zh-CN" altLang="en-US" sz="1100" dirty="0">
                <a:solidFill>
                  <a:schemeClr val="tx1"/>
                </a:solidFill>
                <a:latin typeface="微软雅黑" charset="-122"/>
                <a:ea typeface="微软雅黑" charset="-122"/>
                <a:cs typeface="微软雅黑" charset="-122"/>
              </a:rPr>
              <a:t>个。</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对应的模型从</a:t>
            </a:r>
            <a:r>
              <a:rPr lang="en-US" altLang="zh-CN" sz="1100" dirty="0">
                <a:solidFill>
                  <a:schemeClr val="tx1"/>
                </a:solidFill>
                <a:latin typeface="微软雅黑" charset="-122"/>
                <a:ea typeface="微软雅黑" charset="-122"/>
                <a:cs typeface="微软雅黑" charset="-122"/>
              </a:rPr>
              <a:t>8</a:t>
            </a:r>
            <a:r>
              <a:rPr lang="zh-CN" altLang="en-US" sz="1100" dirty="0">
                <a:solidFill>
                  <a:schemeClr val="tx1"/>
                </a:solidFill>
                <a:latin typeface="微软雅黑" charset="-122"/>
                <a:ea typeface="微软雅黑" charset="-122"/>
                <a:cs typeface="微软雅黑" charset="-122"/>
              </a:rPr>
              <a:t>个收敛到商品统一模型</a:t>
            </a:r>
            <a:r>
              <a:rPr lang="en-US" altLang="zh-CN" sz="1100" dirty="0">
                <a:solidFill>
                  <a:schemeClr val="tx1"/>
                </a:solidFill>
                <a:latin typeface="微软雅黑" charset="-122"/>
                <a:ea typeface="微软雅黑" charset="-122"/>
                <a:cs typeface="微软雅黑" charset="-122"/>
              </a:rPr>
              <a:t>2</a:t>
            </a:r>
            <a:r>
              <a:rPr lang="zh-CN" altLang="en-US" sz="1100" dirty="0">
                <a:solidFill>
                  <a:schemeClr val="tx1"/>
                </a:solidFill>
                <a:latin typeface="微软雅黑" charset="-122"/>
                <a:ea typeface="微软雅黑" charset="-122"/>
                <a:cs typeface="微软雅黑" charset="-122"/>
              </a:rPr>
              <a:t>个。</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主流量业务</a:t>
            </a:r>
            <a:r>
              <a:rPr lang="en-US" altLang="zh-CN" sz="1100" dirty="0">
                <a:solidFill>
                  <a:schemeClr val="tx1"/>
                </a:solidFill>
                <a:latin typeface="微软雅黑" charset="-122"/>
                <a:ea typeface="微软雅黑" charset="-122"/>
                <a:cs typeface="微软雅黑" charset="-122"/>
              </a:rPr>
              <a:t>mall</a:t>
            </a:r>
            <a:r>
              <a:rPr lang="zh-CN" altLang="en-US" sz="1100" dirty="0">
                <a:solidFill>
                  <a:schemeClr val="tx1"/>
                </a:solidFill>
                <a:latin typeface="微软雅黑" charset="-122"/>
                <a:ea typeface="微软雅黑" charset="-122"/>
                <a:cs typeface="微软雅黑" charset="-122"/>
              </a:rPr>
              <a:t> 的</a:t>
            </a:r>
            <a:r>
              <a:rPr lang="en-US" altLang="zh-CN" sz="1100" dirty="0">
                <a:solidFill>
                  <a:schemeClr val="tx1"/>
                </a:solidFill>
                <a:latin typeface="微软雅黑" charset="-122"/>
                <a:ea typeface="微软雅黑" charset="-122"/>
                <a:cs typeface="微软雅黑" charset="-122"/>
              </a:rPr>
              <a:t>RT</a:t>
            </a:r>
            <a:r>
              <a:rPr lang="zh-CN" altLang="en-US" sz="1100" dirty="0">
                <a:solidFill>
                  <a:schemeClr val="tx1"/>
                </a:solidFill>
                <a:latin typeface="微软雅黑" charset="-122"/>
                <a:ea typeface="微软雅黑" charset="-122"/>
                <a:cs typeface="微软雅黑" charset="-122"/>
              </a:rPr>
              <a:t>从</a:t>
            </a:r>
            <a:r>
              <a:rPr lang="en-US" altLang="zh-CN" sz="1100" dirty="0">
                <a:solidFill>
                  <a:schemeClr val="tx1"/>
                </a:solidFill>
                <a:latin typeface="微软雅黑" charset="-122"/>
                <a:ea typeface="微软雅黑" charset="-122"/>
                <a:cs typeface="微软雅黑" charset="-122"/>
              </a:rPr>
              <a:t>126ms</a:t>
            </a:r>
            <a:r>
              <a:rPr lang="zh-CN" altLang="en-US" sz="1100" dirty="0">
                <a:solidFill>
                  <a:schemeClr val="tx1"/>
                </a:solidFill>
                <a:latin typeface="微软雅黑" charset="-122"/>
                <a:ea typeface="微软雅黑" charset="-122"/>
                <a:cs typeface="微软雅黑" charset="-122"/>
              </a:rPr>
              <a:t>下降到</a:t>
            </a:r>
            <a:r>
              <a:rPr lang="en-US" altLang="zh-CN" sz="1100" dirty="0">
                <a:solidFill>
                  <a:schemeClr val="tx1"/>
                </a:solidFill>
                <a:latin typeface="微软雅黑" charset="-122"/>
                <a:ea typeface="微软雅黑" charset="-122"/>
                <a:cs typeface="微软雅黑" charset="-122"/>
              </a:rPr>
              <a:t>118ms</a:t>
            </a:r>
            <a:r>
              <a:rPr lang="zh-CN" altLang="en-US" sz="1100" dirty="0">
                <a:solidFill>
                  <a:schemeClr val="tx1"/>
                </a:solidFill>
                <a:latin typeface="微软雅黑" charset="-122"/>
                <a:ea typeface="微软雅黑" charset="-122"/>
                <a:cs typeface="微软雅黑" charset="-122"/>
              </a:rPr>
              <a:t>。</a:t>
            </a:r>
            <a:endParaRPr lang="en-US" altLang="zh-CN" sz="1100" dirty="0">
              <a:solidFill>
                <a:schemeClr val="tx1"/>
              </a:solidFill>
              <a:latin typeface="微软雅黑" charset="-122"/>
              <a:ea typeface="微软雅黑" charset="-122"/>
              <a:cs typeface="微软雅黑" charset="-122"/>
            </a:endParaRPr>
          </a:p>
        </p:txBody>
      </p:sp>
      <p:pic>
        <p:nvPicPr>
          <p:cNvPr id="4" name="图片 3" descr="2022架构梳理-价格服务变化"/>
          <p:cNvPicPr>
            <a:picLocks noChangeAspect="1"/>
          </p:cNvPicPr>
          <p:nvPr/>
        </p:nvPicPr>
        <p:blipFill>
          <a:blip r:embed="rId9"/>
          <a:stretch>
            <a:fillRect/>
          </a:stretch>
        </p:blipFill>
        <p:spPr>
          <a:xfrm>
            <a:off x="4699635" y="951865"/>
            <a:ext cx="7232650" cy="54952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302261" y="59630"/>
            <a:ext cx="586977" cy="628904"/>
          </a:xfrm>
          <a:prstGeom prst="rect">
            <a:avLst/>
          </a:prstGeom>
        </p:spPr>
      </p:pic>
      <p:pic>
        <p:nvPicPr>
          <p:cNvPr id="8" name="图片 7"/>
          <p:cNvPicPr>
            <a:picLocks noChangeAspect="1"/>
          </p:cNvPicPr>
          <p:nvPr/>
        </p:nvPicPr>
        <p:blipFill>
          <a:blip r:embed="rId4"/>
          <a:stretch>
            <a:fillRect/>
          </a:stretch>
        </p:blipFill>
        <p:spPr>
          <a:xfrm>
            <a:off x="0" y="736166"/>
            <a:ext cx="12192000" cy="9236"/>
          </a:xfrm>
          <a:prstGeom prst="rect">
            <a:avLst/>
          </a:prstGeom>
          <a:solidFill>
            <a:srgbClr val="FF0000"/>
          </a:solidFill>
          <a:ln>
            <a:solidFill>
              <a:srgbClr val="FF0000"/>
            </a:solidFill>
          </a:ln>
        </p:spPr>
      </p:pic>
      <p:pic>
        <p:nvPicPr>
          <p:cNvPr id="9" name="图片 8"/>
          <p:cNvPicPr>
            <a:picLocks noChangeAspect="1"/>
          </p:cNvPicPr>
          <p:nvPr/>
        </p:nvPicPr>
        <p:blipFill>
          <a:blip r:embed="rId5"/>
          <a:stretch>
            <a:fillRect/>
          </a:stretch>
        </p:blipFill>
        <p:spPr>
          <a:xfrm>
            <a:off x="10070592" y="313267"/>
            <a:ext cx="1005840" cy="236220"/>
          </a:xfrm>
          <a:prstGeom prst="rect">
            <a:avLst/>
          </a:prstGeom>
        </p:spPr>
      </p:pic>
      <p:pic>
        <p:nvPicPr>
          <p:cNvPr id="10" name="图片 9"/>
          <p:cNvPicPr>
            <a:picLocks noChangeAspect="1"/>
          </p:cNvPicPr>
          <p:nvPr/>
        </p:nvPicPr>
        <p:blipFill>
          <a:blip r:embed="rId6"/>
          <a:stretch>
            <a:fillRect/>
          </a:stretch>
        </p:blipFill>
        <p:spPr>
          <a:xfrm>
            <a:off x="11148895" y="403945"/>
            <a:ext cx="869369" cy="125476"/>
          </a:xfrm>
          <a:prstGeom prst="rect">
            <a:avLst/>
          </a:prstGeom>
        </p:spPr>
      </p:pic>
      <p:pic>
        <p:nvPicPr>
          <p:cNvPr id="11" name="图片 10"/>
          <p:cNvPicPr>
            <a:picLocks noChangeAspect="1"/>
          </p:cNvPicPr>
          <p:nvPr/>
        </p:nvPicPr>
        <p:blipFill>
          <a:blip r:embed="rId7"/>
          <a:stretch>
            <a:fillRect/>
          </a:stretch>
        </p:blipFill>
        <p:spPr>
          <a:xfrm>
            <a:off x="10035254" y="311042"/>
            <a:ext cx="203605" cy="254507"/>
          </a:xfrm>
          <a:prstGeom prst="rect">
            <a:avLst/>
          </a:prstGeom>
        </p:spPr>
      </p:pic>
      <p:pic>
        <p:nvPicPr>
          <p:cNvPr id="18" name="图片 17"/>
          <p:cNvPicPr>
            <a:picLocks noChangeAspect="1"/>
          </p:cNvPicPr>
          <p:nvPr/>
        </p:nvPicPr>
        <p:blipFill>
          <a:blip r:embed="rId8"/>
          <a:stretch>
            <a:fillRect/>
          </a:stretch>
        </p:blipFill>
        <p:spPr>
          <a:xfrm>
            <a:off x="-169944" y="-374177"/>
            <a:ext cx="1612664" cy="1612664"/>
          </a:xfrm>
          <a:prstGeom prst="rect">
            <a:avLst/>
          </a:prstGeom>
        </p:spPr>
      </p:pic>
      <p:sp>
        <p:nvSpPr>
          <p:cNvPr id="93" name="标题 1"/>
          <p:cNvSpPr txBox="1"/>
          <p:nvPr/>
        </p:nvSpPr>
        <p:spPr>
          <a:xfrm>
            <a:off x="924560" y="195580"/>
            <a:ext cx="5462270" cy="516890"/>
          </a:xfrm>
          <a:prstGeom prst="rect">
            <a:avLst/>
          </a:prstGeom>
        </p:spPr>
        <p:txBody>
          <a:bodyPr vert="horz" lIns="91440" tIns="45720" rIns="91440" bIns="45720" rtlCol="0" anchor="b">
            <a:normAutofit fontScale="95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微软雅黑" charset="0"/>
                <a:ea typeface="微软雅黑" charset="0"/>
                <a:cs typeface="微软雅黑" charset="0"/>
                <a:sym typeface="+mn-ea"/>
              </a:rPr>
              <a:t>2022</a:t>
            </a:r>
            <a:r>
              <a:rPr lang="zh-CN" altLang="en-US" sz="2400" dirty="0">
                <a:latin typeface="微软雅黑" charset="0"/>
                <a:ea typeface="微软雅黑" charset="0"/>
                <a:cs typeface="微软雅黑" charset="0"/>
                <a:sym typeface="+mn-ea"/>
              </a:rPr>
              <a:t>商品总结</a:t>
            </a:r>
            <a:r>
              <a:rPr lang="en-US" altLang="zh-CN" sz="2400" dirty="0">
                <a:latin typeface="微软雅黑" charset="0"/>
                <a:ea typeface="微软雅黑" charset="0"/>
                <a:cs typeface="微软雅黑" charset="0"/>
                <a:sym typeface="+mn-ea"/>
              </a:rPr>
              <a:t>-</a:t>
            </a:r>
            <a:r>
              <a:rPr lang="zh-CN" altLang="en-US" sz="2400" dirty="0">
                <a:latin typeface="微软雅黑" charset="0"/>
                <a:ea typeface="微软雅黑" charset="0"/>
                <a:cs typeface="微软雅黑" charset="0"/>
                <a:sym typeface="+mn-ea"/>
              </a:rPr>
              <a:t>价格计算可视化</a:t>
            </a:r>
            <a:endParaRPr lang="zh-CN" altLang="en-US" sz="2400" dirty="0">
              <a:latin typeface="微软雅黑" charset="0"/>
              <a:ea typeface="微软雅黑" charset="0"/>
              <a:cs typeface="微软雅黑" charset="0"/>
            </a:endParaRPr>
          </a:p>
        </p:txBody>
      </p:sp>
      <p:sp>
        <p:nvSpPr>
          <p:cNvPr id="2" name="TextBox 29">
            <a:extLst>
              <a:ext uri="{FF2B5EF4-FFF2-40B4-BE49-F238E27FC236}">
                <a16:creationId xmlns:a16="http://schemas.microsoft.com/office/drawing/2014/main" id="{8EE28BB0-470A-F7DC-AD5A-8CF01D739917}"/>
              </a:ext>
            </a:extLst>
          </p:cNvPr>
          <p:cNvSpPr txBox="1"/>
          <p:nvPr/>
        </p:nvSpPr>
        <p:spPr>
          <a:xfrm>
            <a:off x="396240" y="926024"/>
            <a:ext cx="5699760" cy="54758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背景</a:t>
            </a:r>
            <a:endParaRPr lang="zh-CN" altLang="en-US" sz="1200" dirty="0">
              <a:solidFill>
                <a:schemeClr val="tx1"/>
              </a:solidFill>
              <a:latin typeface="微软雅黑" charset="-122"/>
              <a:ea typeface="微软雅黑" charset="-122"/>
              <a:cs typeface="微软雅黑" charset="-122"/>
            </a:endParaRPr>
          </a:p>
          <a:p>
            <a:pPr algn="l">
              <a:lnSpc>
                <a:spcPct val="150000"/>
              </a:lnSpc>
            </a:pPr>
            <a:r>
              <a:rPr lang="zh-CN" altLang="en-US" sz="1100" dirty="0">
                <a:solidFill>
                  <a:schemeClr val="tx1"/>
                </a:solidFill>
                <a:latin typeface="微软雅黑" charset="-122"/>
                <a:ea typeface="微软雅黑" charset="-122"/>
                <a:cs typeface="微软雅黑" charset="-122"/>
              </a:rPr>
              <a:t>商品价格维度多，逻辑复杂</a:t>
            </a:r>
            <a:r>
              <a:rPr lang="zh-CN" altLang="en-US" sz="1100" dirty="0">
                <a:solidFill>
                  <a:schemeClr val="tx1"/>
                </a:solidFill>
                <a:latin typeface="微软雅黑" charset="-122"/>
                <a:ea typeface="微软雅黑" charset="-122"/>
                <a:cs typeface="微软雅黑" charset="-122"/>
                <a:sym typeface="+mn-ea"/>
              </a:rPr>
              <a:t>，从业务模式分竞价和定价，从活动状态区分活动非活动，从贸易类型分跨境和大贸，在此基础上又叠加了渠道的划分。同时会员化需求又增加了会员层级维度。从历史发展趋势来看，价格的维度只会越来越复杂。</a:t>
            </a:r>
            <a:endParaRPr lang="en-US" altLang="zh-CN" sz="1100" dirty="0">
              <a:solidFill>
                <a:schemeClr val="tx1"/>
              </a:solidFill>
              <a:latin typeface="微软雅黑" charset="-122"/>
              <a:ea typeface="微软雅黑" charset="-122"/>
              <a:cs typeface="微软雅黑" charset="-122"/>
              <a:sym typeface="+mn-ea"/>
            </a:endParaRPr>
          </a:p>
          <a:p>
            <a:pPr algn="l">
              <a:lnSpc>
                <a:spcPct val="150000"/>
              </a:lnSpc>
            </a:pPr>
            <a:endParaRPr lang="en-US" altLang="zh-CN" sz="1100" dirty="0">
              <a:solidFill>
                <a:schemeClr val="tx1"/>
              </a:solidFill>
              <a:latin typeface="微软雅黑" charset="-122"/>
              <a:ea typeface="微软雅黑" charset="-122"/>
              <a:cs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rPr>
              <a:t>问题</a:t>
            </a:r>
            <a:endParaRPr lang="en-US" altLang="zh-CN" sz="1200" b="1" dirty="0">
              <a:solidFill>
                <a:schemeClr val="tx1"/>
              </a:solidFill>
              <a:latin typeface="微软雅黑" charset="-122"/>
              <a:ea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理解成本高，对于一个复杂系统没办法统一认知就会面临理解不一致和误读的情况，跟产品和下游使用方沟通成本高。</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文档和最新逻辑脱节的问题，因为业务变化快，文档维护成本较高。</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扩展点多，不同开发有不同的习惯和偏好，不利于聚焦和收敛。问题排查链路长，排查成本高</a:t>
            </a:r>
            <a:endParaRPr lang="en-US" altLang="zh-CN" sz="1200" dirty="0">
              <a:solidFill>
                <a:schemeClr val="tx1"/>
              </a:solidFill>
              <a:latin typeface="微软雅黑" charset="-122"/>
              <a:ea typeface="微软雅黑" charset="-122"/>
              <a:cs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解决方案</a:t>
            </a: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能够准确</a:t>
            </a:r>
            <a:r>
              <a:rPr lang="en-US" altLang="zh-CN" sz="1100" dirty="0">
                <a:solidFill>
                  <a:schemeClr val="tx1"/>
                </a:solidFill>
                <a:latin typeface="微软雅黑" charset="-122"/>
                <a:ea typeface="微软雅黑" charset="-122"/>
                <a:cs typeface="微软雅黑" charset="-122"/>
              </a:rPr>
              <a:t>&amp;</a:t>
            </a:r>
            <a:r>
              <a:rPr lang="zh-CN" altLang="en-US" sz="1100" dirty="0">
                <a:solidFill>
                  <a:schemeClr val="tx1"/>
                </a:solidFill>
                <a:latin typeface="微软雅黑" charset="-122"/>
                <a:ea typeface="微软雅黑" charset="-122"/>
                <a:cs typeface="微软雅黑" charset="-122"/>
              </a:rPr>
              <a:t>实时的度量，把代码实时“翻译”成可视化流程图，代码即流程文档。</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基于内存打点的方式，将数据处理显性化，解决问题排查链路长的问题。</a:t>
            </a:r>
          </a:p>
          <a:p>
            <a:pPr marL="742950" lvl="1" indent="-285750" algn="l">
              <a:lnSpc>
                <a:spcPct val="150000"/>
              </a:lnSpc>
              <a:buFont typeface="Wingdings" panose="05000000000000000000" charset="0"/>
              <a:buChar char=""/>
            </a:pPr>
            <a:endParaRPr lang="zh-CN" altLang="en-US" sz="1100" dirty="0">
              <a:solidFill>
                <a:schemeClr val="tx1"/>
              </a:solidFill>
              <a:latin typeface="微软雅黑" charset="-122"/>
              <a:ea typeface="微软雅黑" charset="-122"/>
              <a:cs typeface="微软雅黑" charset="-122"/>
            </a:endParaRPr>
          </a:p>
          <a:p>
            <a:pPr marL="285750" lvl="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效果</a:t>
            </a: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基于最新的代码自动生成，能够保持最新的逻辑。</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各方认知一致，讨论问题的上下文能够对齐。</a:t>
            </a:r>
            <a:endParaRPr lang="en-US" altLang="zh-CN" sz="1100" dirty="0">
              <a:solidFill>
                <a:schemeClr val="tx1"/>
              </a:solidFill>
              <a:latin typeface="微软雅黑" charset="-122"/>
              <a:ea typeface="微软雅黑" charset="-122"/>
              <a:cs typeface="微软雅黑" charset="-122"/>
            </a:endParaRPr>
          </a:p>
          <a:p>
            <a:pPr marL="742950" lvl="1" indent="-285750" algn="l">
              <a:lnSpc>
                <a:spcPct val="150000"/>
              </a:lnSpc>
              <a:buFont typeface="Wingdings" panose="05000000000000000000" charset="0"/>
              <a:buChar char=""/>
            </a:pPr>
            <a:r>
              <a:rPr lang="zh-CN" altLang="en-US" sz="1100" dirty="0">
                <a:solidFill>
                  <a:schemeClr val="tx1"/>
                </a:solidFill>
                <a:latin typeface="微软雅黑" charset="-122"/>
                <a:ea typeface="微软雅黑" charset="-122"/>
                <a:cs typeface="微软雅黑" charset="-122"/>
              </a:rPr>
              <a:t>整体链路可视化，对于业务反馈的为什么商品对应的价格没出来等问题，能够直接看到处理过程，极大提升了排查效率。</a:t>
            </a:r>
            <a:endParaRPr lang="en-US" altLang="zh-CN" sz="1100" dirty="0">
              <a:solidFill>
                <a:schemeClr val="tx1"/>
              </a:solidFill>
              <a:latin typeface="微软雅黑" charset="-122"/>
              <a:ea typeface="微软雅黑" charset="-122"/>
              <a:cs typeface="微软雅黑" charset="-122"/>
            </a:endParaRPr>
          </a:p>
        </p:txBody>
      </p:sp>
      <p:pic>
        <p:nvPicPr>
          <p:cNvPr id="6" name="图片 5">
            <a:extLst>
              <a:ext uri="{FF2B5EF4-FFF2-40B4-BE49-F238E27FC236}">
                <a16:creationId xmlns:a16="http://schemas.microsoft.com/office/drawing/2014/main" id="{69F30B33-B5F7-3307-ED64-59C582F05AFC}"/>
              </a:ext>
            </a:extLst>
          </p:cNvPr>
          <p:cNvPicPr>
            <a:picLocks noChangeAspect="1"/>
          </p:cNvPicPr>
          <p:nvPr/>
        </p:nvPicPr>
        <p:blipFill>
          <a:blip r:embed="rId9"/>
          <a:stretch>
            <a:fillRect/>
          </a:stretch>
        </p:blipFill>
        <p:spPr>
          <a:xfrm>
            <a:off x="6286999" y="769098"/>
            <a:ext cx="5731265" cy="64723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302261" y="59630"/>
            <a:ext cx="586977" cy="628904"/>
          </a:xfrm>
          <a:prstGeom prst="rect">
            <a:avLst/>
          </a:prstGeom>
        </p:spPr>
      </p:pic>
      <p:pic>
        <p:nvPicPr>
          <p:cNvPr id="8" name="图片 7"/>
          <p:cNvPicPr>
            <a:picLocks noChangeAspect="1"/>
          </p:cNvPicPr>
          <p:nvPr/>
        </p:nvPicPr>
        <p:blipFill>
          <a:blip r:embed="rId4"/>
          <a:stretch>
            <a:fillRect/>
          </a:stretch>
        </p:blipFill>
        <p:spPr>
          <a:xfrm>
            <a:off x="0" y="736166"/>
            <a:ext cx="12192000" cy="9236"/>
          </a:xfrm>
          <a:prstGeom prst="rect">
            <a:avLst/>
          </a:prstGeom>
          <a:solidFill>
            <a:srgbClr val="FF0000"/>
          </a:solidFill>
          <a:ln>
            <a:solidFill>
              <a:srgbClr val="FF0000"/>
            </a:solidFill>
          </a:ln>
        </p:spPr>
      </p:pic>
      <p:pic>
        <p:nvPicPr>
          <p:cNvPr id="9" name="图片 8"/>
          <p:cNvPicPr>
            <a:picLocks noChangeAspect="1"/>
          </p:cNvPicPr>
          <p:nvPr/>
        </p:nvPicPr>
        <p:blipFill>
          <a:blip r:embed="rId5"/>
          <a:stretch>
            <a:fillRect/>
          </a:stretch>
        </p:blipFill>
        <p:spPr>
          <a:xfrm>
            <a:off x="10070592" y="313267"/>
            <a:ext cx="1005840" cy="236220"/>
          </a:xfrm>
          <a:prstGeom prst="rect">
            <a:avLst/>
          </a:prstGeom>
        </p:spPr>
      </p:pic>
      <p:pic>
        <p:nvPicPr>
          <p:cNvPr id="10" name="图片 9"/>
          <p:cNvPicPr>
            <a:picLocks noChangeAspect="1"/>
          </p:cNvPicPr>
          <p:nvPr/>
        </p:nvPicPr>
        <p:blipFill>
          <a:blip r:embed="rId6"/>
          <a:stretch>
            <a:fillRect/>
          </a:stretch>
        </p:blipFill>
        <p:spPr>
          <a:xfrm>
            <a:off x="11148895" y="403945"/>
            <a:ext cx="869369" cy="125476"/>
          </a:xfrm>
          <a:prstGeom prst="rect">
            <a:avLst/>
          </a:prstGeom>
        </p:spPr>
      </p:pic>
      <p:pic>
        <p:nvPicPr>
          <p:cNvPr id="11" name="图片 10"/>
          <p:cNvPicPr>
            <a:picLocks noChangeAspect="1"/>
          </p:cNvPicPr>
          <p:nvPr/>
        </p:nvPicPr>
        <p:blipFill>
          <a:blip r:embed="rId7"/>
          <a:stretch>
            <a:fillRect/>
          </a:stretch>
        </p:blipFill>
        <p:spPr>
          <a:xfrm>
            <a:off x="10035254" y="311042"/>
            <a:ext cx="203605" cy="254507"/>
          </a:xfrm>
          <a:prstGeom prst="rect">
            <a:avLst/>
          </a:prstGeom>
        </p:spPr>
      </p:pic>
      <p:pic>
        <p:nvPicPr>
          <p:cNvPr id="18" name="图片 17"/>
          <p:cNvPicPr>
            <a:picLocks noChangeAspect="1"/>
          </p:cNvPicPr>
          <p:nvPr/>
        </p:nvPicPr>
        <p:blipFill>
          <a:blip r:embed="rId8"/>
          <a:stretch>
            <a:fillRect/>
          </a:stretch>
        </p:blipFill>
        <p:spPr>
          <a:xfrm>
            <a:off x="-169944" y="-374177"/>
            <a:ext cx="1612664" cy="1612664"/>
          </a:xfrm>
          <a:prstGeom prst="rect">
            <a:avLst/>
          </a:prstGeom>
        </p:spPr>
      </p:pic>
      <p:sp>
        <p:nvSpPr>
          <p:cNvPr id="93" name="标题 1"/>
          <p:cNvSpPr txBox="1"/>
          <p:nvPr/>
        </p:nvSpPr>
        <p:spPr>
          <a:xfrm>
            <a:off x="924574" y="195295"/>
            <a:ext cx="6116305" cy="5170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微软雅黑" charset="0"/>
                <a:ea typeface="微软雅黑" charset="0"/>
                <a:cs typeface="微软雅黑" charset="0"/>
                <a:sym typeface="+mn-ea"/>
              </a:rPr>
              <a:t>2022</a:t>
            </a:r>
            <a:r>
              <a:rPr lang="zh-CN" altLang="en-US" sz="2400" dirty="0">
                <a:latin typeface="微软雅黑" charset="0"/>
                <a:ea typeface="微软雅黑" charset="0"/>
                <a:cs typeface="微软雅黑" charset="0"/>
              </a:rPr>
              <a:t>用户总结</a:t>
            </a:r>
            <a:r>
              <a:rPr lang="en-US" altLang="zh-CN" sz="2400" dirty="0">
                <a:latin typeface="微软雅黑" charset="0"/>
                <a:ea typeface="微软雅黑" charset="0"/>
                <a:cs typeface="微软雅黑" charset="0"/>
              </a:rPr>
              <a:t>-</a:t>
            </a:r>
            <a:r>
              <a:rPr lang="zh-CN" altLang="en-US" sz="2400" dirty="0">
                <a:latin typeface="微软雅黑" charset="0"/>
                <a:ea typeface="微软雅黑" charset="0"/>
                <a:cs typeface="微软雅黑" charset="0"/>
              </a:rPr>
              <a:t>用户统一项目</a:t>
            </a:r>
          </a:p>
        </p:txBody>
      </p:sp>
      <p:sp>
        <p:nvSpPr>
          <p:cNvPr id="13" name="TextBox 29"/>
          <p:cNvSpPr txBox="1"/>
          <p:nvPr/>
        </p:nvSpPr>
        <p:spPr>
          <a:xfrm>
            <a:off x="208257" y="1563665"/>
            <a:ext cx="4205341" cy="44601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cs typeface="微软雅黑" charset="-122"/>
              </a:rPr>
              <a:t>背景</a:t>
            </a:r>
            <a:endParaRPr lang="zh-CN" altLang="en-US" sz="1200" dirty="0">
              <a:solidFill>
                <a:schemeClr val="tx1"/>
              </a:solidFill>
              <a:latin typeface="微软雅黑" charset="-122"/>
              <a:ea typeface="微软雅黑" charset="-122"/>
              <a:cs typeface="微软雅黑" charset="-122"/>
            </a:endParaRPr>
          </a:p>
          <a:p>
            <a:pPr algn="l">
              <a:lnSpc>
                <a:spcPct val="150000"/>
              </a:lnSpc>
            </a:pPr>
            <a:r>
              <a:rPr lang="zh-CN" altLang="en-US" sz="1100" dirty="0">
                <a:solidFill>
                  <a:schemeClr val="tx1"/>
                </a:solidFill>
                <a:latin typeface="微软雅黑" charset="-122"/>
                <a:ea typeface="微软雅黑" charset="-122"/>
                <a:cs typeface="微软雅黑" charset="-122"/>
              </a:rPr>
              <a:t>多个业务同一个用户存在多个用户，同一家门店在提篮子、主站、</a:t>
            </a:r>
            <a:r>
              <a:rPr lang="en-US" altLang="zh-CN" sz="1100" dirty="0">
                <a:solidFill>
                  <a:schemeClr val="tx1"/>
                </a:solidFill>
                <a:latin typeface="微软雅黑" charset="-122"/>
                <a:ea typeface="微软雅黑" charset="-122"/>
                <a:cs typeface="微软雅黑" charset="-122"/>
              </a:rPr>
              <a:t>121</a:t>
            </a:r>
            <a:r>
              <a:rPr lang="zh-CN" altLang="en-US" sz="1100" dirty="0">
                <a:solidFill>
                  <a:schemeClr val="tx1"/>
                </a:solidFill>
                <a:latin typeface="微软雅黑" charset="-122"/>
                <a:ea typeface="微软雅黑" charset="-122"/>
                <a:cs typeface="微软雅黑" charset="-122"/>
              </a:rPr>
              <a:t>存在多个用户</a:t>
            </a:r>
            <a:r>
              <a:rPr lang="zh-CN" altLang="en-US" sz="1100" dirty="0">
                <a:solidFill>
                  <a:schemeClr val="tx1"/>
                </a:solidFill>
                <a:latin typeface="微软雅黑" charset="-122"/>
                <a:ea typeface="微软雅黑" charset="-122"/>
                <a:cs typeface="微软雅黑" charset="-122"/>
                <a:sym typeface="+mn-ea"/>
              </a:rPr>
              <a:t>。</a:t>
            </a:r>
            <a:endParaRPr lang="en-US" altLang="zh-CN" sz="1100" dirty="0">
              <a:solidFill>
                <a:schemeClr val="tx1"/>
              </a:solidFill>
              <a:latin typeface="微软雅黑" charset="-122"/>
              <a:ea typeface="微软雅黑" charset="-122"/>
              <a:cs typeface="微软雅黑" charset="-122"/>
              <a:sym typeface="+mn-ea"/>
            </a:endParaRPr>
          </a:p>
          <a:p>
            <a:pPr algn="l">
              <a:lnSpc>
                <a:spcPct val="150000"/>
              </a:lnSpc>
            </a:pPr>
            <a:endParaRPr lang="en-US" altLang="zh-CN" sz="1100" dirty="0">
              <a:solidFill>
                <a:schemeClr val="tx1"/>
              </a:solidFill>
              <a:latin typeface="微软雅黑" charset="-122"/>
              <a:ea typeface="微软雅黑" charset="-122"/>
              <a:cs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rPr>
              <a:t>问题</a:t>
            </a:r>
            <a:endParaRPr lang="en-US" altLang="zh-CN" sz="1200" b="1" dirty="0">
              <a:solidFill>
                <a:schemeClr val="tx1"/>
              </a:solidFill>
              <a:latin typeface="微软雅黑" charset="-122"/>
              <a:ea typeface="微软雅黑" charset="-122"/>
            </a:endParaRPr>
          </a:p>
          <a:p>
            <a:pPr marL="171450" indent="-171450" algn="l">
              <a:lnSpc>
                <a:spcPct val="150000"/>
              </a:lnSpc>
              <a:buFont typeface="Arial" panose="020B0604020202020204" pitchFamily="34" charset="0"/>
              <a:buChar char="•"/>
            </a:pPr>
            <a:r>
              <a:rPr lang="zh-CN" altLang="en-US" sz="1100" dirty="0">
                <a:solidFill>
                  <a:schemeClr val="tx1"/>
                </a:solidFill>
                <a:latin typeface="微软雅黑" charset="-122"/>
                <a:ea typeface="微软雅黑" charset="-122"/>
              </a:rPr>
              <a:t>用户切换多个业务时使用不同账号，体验较差。</a:t>
            </a:r>
            <a:endParaRPr lang="en-US" altLang="zh-CN" sz="1100" dirty="0">
              <a:solidFill>
                <a:schemeClr val="tx1"/>
              </a:solidFill>
              <a:latin typeface="微软雅黑" charset="-122"/>
              <a:ea typeface="微软雅黑" charset="-122"/>
            </a:endParaRPr>
          </a:p>
          <a:p>
            <a:pPr marL="171450" indent="-171450" algn="l">
              <a:lnSpc>
                <a:spcPct val="150000"/>
              </a:lnSpc>
              <a:buFont typeface="Arial" panose="020B0604020202020204" pitchFamily="34" charset="0"/>
              <a:buChar char="•"/>
            </a:pPr>
            <a:r>
              <a:rPr lang="zh-CN" altLang="en-US" sz="1100" dirty="0">
                <a:solidFill>
                  <a:schemeClr val="tx1"/>
                </a:solidFill>
                <a:latin typeface="微软雅黑" charset="-122"/>
                <a:ea typeface="微软雅黑" charset="-122"/>
              </a:rPr>
              <a:t>统计全站数据时需要人工建立关联关系，执行困难且容易出错。</a:t>
            </a:r>
            <a:endParaRPr lang="en-US" altLang="zh-CN" sz="1100" dirty="0">
              <a:solidFill>
                <a:schemeClr val="tx1"/>
              </a:solidFill>
              <a:latin typeface="微软雅黑" charset="-122"/>
              <a:ea typeface="微软雅黑" charset="-122"/>
            </a:endParaRPr>
          </a:p>
          <a:p>
            <a:pPr marL="171450" indent="-171450" algn="l">
              <a:lnSpc>
                <a:spcPct val="150000"/>
              </a:lnSpc>
              <a:buFont typeface="Arial" panose="020B0604020202020204" pitchFamily="34" charset="0"/>
              <a:buChar char="•"/>
            </a:pPr>
            <a:endParaRPr lang="en-US" altLang="zh-CN" sz="1100" dirty="0">
              <a:solidFill>
                <a:schemeClr val="tx1"/>
              </a:solidFill>
              <a:latin typeface="微软雅黑" charset="-122"/>
              <a:ea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rPr>
              <a:t>解决方案</a:t>
            </a:r>
            <a:endParaRPr lang="en-US" altLang="zh-CN" sz="1100" dirty="0">
              <a:solidFill>
                <a:schemeClr val="tx1"/>
              </a:solidFill>
              <a:latin typeface="微软雅黑" charset="-122"/>
              <a:ea typeface="微软雅黑" charset="-122"/>
            </a:endParaRPr>
          </a:p>
          <a:p>
            <a:pPr marL="171450" indent="-171450" algn="l">
              <a:lnSpc>
                <a:spcPct val="150000"/>
              </a:lnSpc>
              <a:buFont typeface="Arial" panose="020B0604020202020204" pitchFamily="34" charset="0"/>
              <a:buChar char="•"/>
            </a:pPr>
            <a:r>
              <a:rPr lang="zh-CN" altLang="en-US" sz="1100" dirty="0">
                <a:solidFill>
                  <a:schemeClr val="tx1"/>
                </a:solidFill>
                <a:latin typeface="微软雅黑" charset="-122"/>
                <a:ea typeface="微软雅黑" charset="-122"/>
              </a:rPr>
              <a:t>需要考虑现有业务的兼容，特别是用户作为底层基础信息，在整个体系中大量使用，需要做到对现有业务</a:t>
            </a:r>
            <a:r>
              <a:rPr lang="en-US" altLang="zh-CN" sz="1100" dirty="0">
                <a:solidFill>
                  <a:schemeClr val="tx1"/>
                </a:solidFill>
                <a:latin typeface="微软雅黑" charset="-122"/>
                <a:ea typeface="微软雅黑" charset="-122"/>
              </a:rPr>
              <a:t>0</a:t>
            </a:r>
            <a:r>
              <a:rPr lang="zh-CN" altLang="en-US" sz="1100" dirty="0">
                <a:solidFill>
                  <a:schemeClr val="tx1"/>
                </a:solidFill>
                <a:latin typeface="微软雅黑" charset="-122"/>
                <a:ea typeface="微软雅黑" charset="-122"/>
              </a:rPr>
              <a:t>侵入。</a:t>
            </a:r>
            <a:endParaRPr lang="en-US" altLang="zh-CN" sz="1100" dirty="0">
              <a:solidFill>
                <a:schemeClr val="tx1"/>
              </a:solidFill>
              <a:latin typeface="微软雅黑" charset="-122"/>
              <a:ea typeface="微软雅黑" charset="-122"/>
            </a:endParaRPr>
          </a:p>
          <a:p>
            <a:pPr marL="171450" indent="-171450" algn="l">
              <a:lnSpc>
                <a:spcPct val="150000"/>
              </a:lnSpc>
              <a:buFont typeface="Arial" panose="020B0604020202020204" pitchFamily="34" charset="0"/>
              <a:buChar char="•"/>
            </a:pPr>
            <a:r>
              <a:rPr lang="zh-CN" altLang="en-US" sz="1100" dirty="0">
                <a:solidFill>
                  <a:schemeClr val="tx1"/>
                </a:solidFill>
                <a:latin typeface="微软雅黑" charset="-122"/>
                <a:ea typeface="微软雅黑" charset="-122"/>
                <a:cs typeface="微软雅黑" charset="-122"/>
              </a:rPr>
              <a:t>综合考虑单独建账号和账号关联等多方案后，采取使用</a:t>
            </a:r>
            <a:r>
              <a:rPr lang="en-US" altLang="zh-CN" sz="1100" dirty="0">
                <a:solidFill>
                  <a:schemeClr val="tx1"/>
                </a:solidFill>
                <a:latin typeface="微软雅黑" charset="-122"/>
                <a:ea typeface="微软雅黑" charset="-122"/>
                <a:cs typeface="微软雅黑" charset="-122"/>
              </a:rPr>
              <a:t>uid</a:t>
            </a:r>
            <a:r>
              <a:rPr lang="zh-CN" altLang="en-US" sz="1100" dirty="0">
                <a:solidFill>
                  <a:schemeClr val="tx1"/>
                </a:solidFill>
                <a:latin typeface="微软雅黑" charset="-122"/>
                <a:ea typeface="微软雅黑" charset="-122"/>
                <a:cs typeface="微软雅黑" charset="-122"/>
              </a:rPr>
              <a:t>的方式将多账号关联。</a:t>
            </a:r>
            <a:endParaRPr lang="en-US" altLang="zh-CN" sz="1100" dirty="0">
              <a:solidFill>
                <a:schemeClr val="tx1"/>
              </a:solidFill>
              <a:latin typeface="微软雅黑" charset="-122"/>
              <a:ea typeface="微软雅黑" charset="-122"/>
              <a:cs typeface="微软雅黑" charset="-122"/>
            </a:endParaRPr>
          </a:p>
          <a:p>
            <a:pPr marL="171450" indent="-171450" algn="l">
              <a:lnSpc>
                <a:spcPct val="150000"/>
              </a:lnSpc>
              <a:buFont typeface="Arial" panose="020B0604020202020204" pitchFamily="34" charset="0"/>
              <a:buChar char="•"/>
            </a:pPr>
            <a:endParaRPr lang="en-US" altLang="zh-CN" sz="1100" dirty="0">
              <a:solidFill>
                <a:schemeClr val="tx1"/>
              </a:solidFill>
              <a:latin typeface="微软雅黑" charset="-122"/>
              <a:ea typeface="微软雅黑" charset="-122"/>
            </a:endParaRPr>
          </a:p>
          <a:p>
            <a:pPr marL="285750" indent="-285750" algn="l">
              <a:lnSpc>
                <a:spcPct val="150000"/>
              </a:lnSpc>
              <a:buFont typeface="Wingdings" panose="05000000000000000000" charset="0"/>
              <a:buChar char=""/>
            </a:pPr>
            <a:r>
              <a:rPr lang="zh-CN" altLang="en-US" sz="1200" b="1" dirty="0">
                <a:solidFill>
                  <a:schemeClr val="tx1"/>
                </a:solidFill>
                <a:latin typeface="微软雅黑" charset="-122"/>
                <a:ea typeface="微软雅黑" charset="-122"/>
              </a:rPr>
              <a:t>效果</a:t>
            </a:r>
            <a:endParaRPr lang="en-US" altLang="zh-CN" sz="1200" b="1" dirty="0">
              <a:solidFill>
                <a:schemeClr val="tx1"/>
              </a:solidFill>
              <a:latin typeface="微软雅黑" charset="-122"/>
              <a:ea typeface="微软雅黑" charset="-122"/>
            </a:endParaRPr>
          </a:p>
          <a:p>
            <a:pPr algn="l">
              <a:lnSpc>
                <a:spcPct val="150000"/>
              </a:lnSpc>
            </a:pPr>
            <a:r>
              <a:rPr lang="zh-CN" altLang="en-US" sz="1100" dirty="0">
                <a:solidFill>
                  <a:schemeClr val="tx1"/>
                </a:solidFill>
                <a:latin typeface="微软雅黑" charset="-122"/>
                <a:ea typeface="微软雅黑" charset="-122"/>
              </a:rPr>
              <a:t>目前提篮子和主站用户已关联，其它业务待梳理。</a:t>
            </a:r>
            <a:endParaRPr lang="en-US" altLang="zh-CN" sz="1100" dirty="0">
              <a:solidFill>
                <a:schemeClr val="tx1"/>
              </a:solidFill>
              <a:latin typeface="微软雅黑" charset="-122"/>
              <a:ea typeface="微软雅黑" charset="-122"/>
            </a:endParaRPr>
          </a:p>
          <a:p>
            <a:pPr algn="l">
              <a:lnSpc>
                <a:spcPct val="150000"/>
              </a:lnSpc>
            </a:pPr>
            <a:endParaRPr lang="en-US" altLang="zh-CN" sz="1100" dirty="0">
              <a:solidFill>
                <a:schemeClr val="tx1"/>
              </a:solidFill>
              <a:latin typeface="微软雅黑" charset="-122"/>
              <a:ea typeface="微软雅黑" charset="-122"/>
            </a:endParaRPr>
          </a:p>
        </p:txBody>
      </p:sp>
      <p:pic>
        <p:nvPicPr>
          <p:cNvPr id="3" name="图片 2" descr="用户统一"/>
          <p:cNvPicPr>
            <a:picLocks noChangeAspect="1"/>
          </p:cNvPicPr>
          <p:nvPr/>
        </p:nvPicPr>
        <p:blipFill>
          <a:blip r:embed="rId9"/>
          <a:stretch>
            <a:fillRect/>
          </a:stretch>
        </p:blipFill>
        <p:spPr>
          <a:xfrm>
            <a:off x="4575969" y="1549508"/>
            <a:ext cx="7778401" cy="3972029"/>
          </a:xfrm>
          <a:prstGeom prst="rect">
            <a:avLst/>
          </a:prstGeom>
        </p:spPr>
      </p:pic>
      <p:sp>
        <p:nvSpPr>
          <p:cNvPr id="2" name="文本框 1">
            <a:extLst>
              <a:ext uri="{FF2B5EF4-FFF2-40B4-BE49-F238E27FC236}">
                <a16:creationId xmlns:a16="http://schemas.microsoft.com/office/drawing/2014/main" id="{3A42D538-8897-4961-5CC1-B5C8FC768D86}"/>
              </a:ext>
            </a:extLst>
          </p:cNvPr>
          <p:cNvSpPr txBox="1"/>
          <p:nvPr/>
        </p:nvSpPr>
        <p:spPr>
          <a:xfrm>
            <a:off x="5682780" y="5848589"/>
            <a:ext cx="4352474" cy="477054"/>
          </a:xfrm>
          <a:prstGeom prst="rect">
            <a:avLst/>
          </a:prstGeom>
          <a:noFill/>
        </p:spPr>
        <p:txBody>
          <a:bodyPr wrap="none" rtlCol="0">
            <a:spAutoFit/>
          </a:bodyPr>
          <a:lstStyle/>
          <a:p>
            <a:r>
              <a:rPr kumimoji="1" lang="zh-CN" altLang="en-US">
                <a:solidFill>
                  <a:srgbClr val="FF0000"/>
                </a:solidFill>
              </a:rPr>
              <a:t>图需要重新画，尽量简洁清晰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BB62B61-9B2C-AA43-82EF-DCC3691FC564}"/>
              </a:ext>
            </a:extLst>
          </p:cNvPr>
          <p:cNvPicPr>
            <a:picLocks noChangeAspect="1"/>
          </p:cNvPicPr>
          <p:nvPr/>
        </p:nvPicPr>
        <p:blipFill>
          <a:blip r:embed="rId2"/>
          <a:stretch>
            <a:fillRect/>
          </a:stretch>
        </p:blipFill>
        <p:spPr>
          <a:xfrm>
            <a:off x="302261" y="59630"/>
            <a:ext cx="586977" cy="628904"/>
          </a:xfrm>
          <a:prstGeom prst="rect">
            <a:avLst/>
          </a:prstGeom>
        </p:spPr>
      </p:pic>
      <p:pic>
        <p:nvPicPr>
          <p:cNvPr id="10" name="图片 9">
            <a:extLst>
              <a:ext uri="{FF2B5EF4-FFF2-40B4-BE49-F238E27FC236}">
                <a16:creationId xmlns:a16="http://schemas.microsoft.com/office/drawing/2014/main" id="{2325D23D-9DEF-5743-A127-8426086BDEAB}"/>
              </a:ext>
            </a:extLst>
          </p:cNvPr>
          <p:cNvPicPr>
            <a:picLocks noChangeAspect="1"/>
          </p:cNvPicPr>
          <p:nvPr/>
        </p:nvPicPr>
        <p:blipFill>
          <a:blip r:embed="rId3"/>
          <a:stretch>
            <a:fillRect/>
          </a:stretch>
        </p:blipFill>
        <p:spPr>
          <a:xfrm>
            <a:off x="0" y="736166"/>
            <a:ext cx="12192000" cy="9236"/>
          </a:xfrm>
          <a:prstGeom prst="rect">
            <a:avLst/>
          </a:prstGeom>
          <a:solidFill>
            <a:srgbClr val="FF0000"/>
          </a:solidFill>
          <a:ln>
            <a:solidFill>
              <a:srgbClr val="FF0000"/>
            </a:solidFill>
          </a:ln>
        </p:spPr>
      </p:pic>
      <p:pic>
        <p:nvPicPr>
          <p:cNvPr id="11" name="图片 10">
            <a:extLst>
              <a:ext uri="{FF2B5EF4-FFF2-40B4-BE49-F238E27FC236}">
                <a16:creationId xmlns:a16="http://schemas.microsoft.com/office/drawing/2014/main" id="{204146AB-4A32-CE44-AF6A-CD8A3B28B5A6}"/>
              </a:ext>
            </a:extLst>
          </p:cNvPr>
          <p:cNvPicPr>
            <a:picLocks noChangeAspect="1"/>
          </p:cNvPicPr>
          <p:nvPr/>
        </p:nvPicPr>
        <p:blipFill>
          <a:blip r:embed="rId4"/>
          <a:stretch>
            <a:fillRect/>
          </a:stretch>
        </p:blipFill>
        <p:spPr>
          <a:xfrm>
            <a:off x="10070592" y="313267"/>
            <a:ext cx="1005840" cy="236220"/>
          </a:xfrm>
          <a:prstGeom prst="rect">
            <a:avLst/>
          </a:prstGeom>
        </p:spPr>
      </p:pic>
      <p:pic>
        <p:nvPicPr>
          <p:cNvPr id="12" name="图片 11">
            <a:extLst>
              <a:ext uri="{FF2B5EF4-FFF2-40B4-BE49-F238E27FC236}">
                <a16:creationId xmlns:a16="http://schemas.microsoft.com/office/drawing/2014/main" id="{890EC7C9-7FDC-0E4E-990C-B4D0088CFEBF}"/>
              </a:ext>
            </a:extLst>
          </p:cNvPr>
          <p:cNvPicPr>
            <a:picLocks noChangeAspect="1"/>
          </p:cNvPicPr>
          <p:nvPr/>
        </p:nvPicPr>
        <p:blipFill>
          <a:blip r:embed="rId5"/>
          <a:stretch>
            <a:fillRect/>
          </a:stretch>
        </p:blipFill>
        <p:spPr>
          <a:xfrm>
            <a:off x="11148895" y="403945"/>
            <a:ext cx="869369" cy="125476"/>
          </a:xfrm>
          <a:prstGeom prst="rect">
            <a:avLst/>
          </a:prstGeom>
        </p:spPr>
      </p:pic>
      <p:pic>
        <p:nvPicPr>
          <p:cNvPr id="13" name="图片 12">
            <a:extLst>
              <a:ext uri="{FF2B5EF4-FFF2-40B4-BE49-F238E27FC236}">
                <a16:creationId xmlns:a16="http://schemas.microsoft.com/office/drawing/2014/main" id="{00751D9E-BB1D-6E42-A8F9-4C1BF32C4584}"/>
              </a:ext>
            </a:extLst>
          </p:cNvPr>
          <p:cNvPicPr>
            <a:picLocks noChangeAspect="1"/>
          </p:cNvPicPr>
          <p:nvPr/>
        </p:nvPicPr>
        <p:blipFill>
          <a:blip r:embed="rId6"/>
          <a:stretch>
            <a:fillRect/>
          </a:stretch>
        </p:blipFill>
        <p:spPr>
          <a:xfrm>
            <a:off x="10035254" y="311042"/>
            <a:ext cx="203605" cy="254507"/>
          </a:xfrm>
          <a:prstGeom prst="rect">
            <a:avLst/>
          </a:prstGeom>
        </p:spPr>
      </p:pic>
      <p:sp>
        <p:nvSpPr>
          <p:cNvPr id="14" name="标题 1">
            <a:extLst>
              <a:ext uri="{FF2B5EF4-FFF2-40B4-BE49-F238E27FC236}">
                <a16:creationId xmlns:a16="http://schemas.microsoft.com/office/drawing/2014/main" id="{C16EBA98-D417-3C44-979A-9929F5008F53}"/>
              </a:ext>
            </a:extLst>
          </p:cNvPr>
          <p:cNvSpPr txBox="1"/>
          <p:nvPr/>
        </p:nvSpPr>
        <p:spPr>
          <a:xfrm>
            <a:off x="924576" y="195295"/>
            <a:ext cx="4402336" cy="5170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Microsoft YaHei" charset="0"/>
                <a:ea typeface="Microsoft YaHei" charset="0"/>
                <a:cs typeface="Microsoft YaHei" charset="0"/>
              </a:rPr>
              <a:t>***-</a:t>
            </a:r>
            <a:r>
              <a:rPr lang="zh-CN" altLang="en-US" sz="2400" dirty="0">
                <a:latin typeface="Microsoft YaHei" charset="0"/>
                <a:ea typeface="Microsoft YaHei" charset="0"/>
                <a:cs typeface="Microsoft YaHei" charset="0"/>
              </a:rPr>
              <a:t>上半年事项汇总</a:t>
            </a:r>
          </a:p>
        </p:txBody>
      </p:sp>
      <p:pic>
        <p:nvPicPr>
          <p:cNvPr id="15" name="图片 14">
            <a:extLst>
              <a:ext uri="{FF2B5EF4-FFF2-40B4-BE49-F238E27FC236}">
                <a16:creationId xmlns:a16="http://schemas.microsoft.com/office/drawing/2014/main" id="{EFDA063A-E2C9-EB43-8F53-0228F4469D66}"/>
              </a:ext>
            </a:extLst>
          </p:cNvPr>
          <p:cNvPicPr>
            <a:picLocks noChangeAspect="1"/>
          </p:cNvPicPr>
          <p:nvPr/>
        </p:nvPicPr>
        <p:blipFill>
          <a:blip r:embed="rId7"/>
          <a:stretch>
            <a:fillRect/>
          </a:stretch>
        </p:blipFill>
        <p:spPr>
          <a:xfrm>
            <a:off x="-169944" y="-374177"/>
            <a:ext cx="1612664" cy="1612664"/>
          </a:xfrm>
          <a:prstGeom prst="rect">
            <a:avLst/>
          </a:prstGeom>
        </p:spPr>
      </p:pic>
    </p:spTree>
    <p:extLst>
      <p:ext uri="{BB962C8B-B14F-4D97-AF65-F5344CB8AC3E}">
        <p14:creationId xmlns:p14="http://schemas.microsoft.com/office/powerpoint/2010/main" val="435707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p:nvPr/>
        </p:nvSpPr>
        <p:spPr>
          <a:xfrm>
            <a:off x="-17537" y="2222478"/>
            <a:ext cx="1682646" cy="1682646"/>
          </a:xfrm>
          <a:prstGeom prst="rect">
            <a:avLst/>
          </a:prstGeom>
          <a:solidFill>
            <a:srgbClr val="2E1752"/>
          </a:solidFill>
          <a:ln w="12700">
            <a:miter lim="400000"/>
          </a:ln>
        </p:spPr>
        <p:txBody>
          <a:bodyPr lIns="25400" tIns="25400" rIns="25400" bIns="25400" anchor="ctr"/>
          <a:lstStyle>
            <a:lvl1pPr>
              <a:defRPr sz="12000" b="1">
                <a:solidFill>
                  <a:srgbClr val="FFFFFF"/>
                </a:solidFill>
                <a:latin typeface="Helvetica"/>
                <a:ea typeface="Helvetica"/>
                <a:cs typeface="Helvetica"/>
                <a:sym typeface="Helvetica"/>
              </a:defRPr>
            </a:lvl1pPr>
          </a:lstStyle>
          <a:p>
            <a:r>
              <a:rPr lang="zh-CN" altLang="en-US" sz="6000" dirty="0"/>
              <a:t> </a:t>
            </a:r>
            <a:r>
              <a:rPr sz="6000" dirty="0"/>
              <a:t>0</a:t>
            </a:r>
            <a:r>
              <a:rPr lang="en-US" altLang="zh-CN" sz="6000" dirty="0"/>
              <a:t>2</a:t>
            </a:r>
            <a:endParaRPr sz="6000" dirty="0"/>
          </a:p>
        </p:txBody>
      </p:sp>
      <p:sp>
        <p:nvSpPr>
          <p:cNvPr id="123" name="Shape 123"/>
          <p:cNvSpPr/>
          <p:nvPr/>
        </p:nvSpPr>
        <p:spPr>
          <a:xfrm>
            <a:off x="1666396" y="2222478"/>
            <a:ext cx="10520277" cy="1682646"/>
          </a:xfrm>
          <a:prstGeom prst="rect">
            <a:avLst/>
          </a:prstGeom>
          <a:solidFill>
            <a:srgbClr val="EC4050"/>
          </a:solidFill>
          <a:ln w="12700">
            <a:miter lim="400000"/>
          </a:ln>
        </p:spPr>
        <p:txBody>
          <a:bodyPr lIns="25400" tIns="25400" rIns="25400" bIns="25400" anchor="ctr"/>
          <a:lstStyle>
            <a:lvl1pPr algn="l">
              <a:defRPr sz="6800" b="1">
                <a:solidFill>
                  <a:srgbClr val="FFFFFF"/>
                </a:solidFill>
                <a:latin typeface="Helvetica"/>
                <a:ea typeface="Helvetica"/>
                <a:cs typeface="Helvetica"/>
                <a:sym typeface="Helvetica"/>
              </a:defRPr>
            </a:lvl1pPr>
          </a:lstStyle>
          <a:p>
            <a:r>
              <a:rPr sz="3400" dirty="0"/>
              <a:t> </a:t>
            </a:r>
            <a:r>
              <a:rPr lang="zh-CN" altLang="en-US" sz="3400" dirty="0"/>
              <a:t>***中心</a:t>
            </a:r>
            <a:endParaRPr sz="3400" dirty="0"/>
          </a:p>
        </p:txBody>
      </p:sp>
    </p:spTree>
    <p:extLst>
      <p:ext uri="{BB962C8B-B14F-4D97-AF65-F5344CB8AC3E}">
        <p14:creationId xmlns:p14="http://schemas.microsoft.com/office/powerpoint/2010/main" val="2262949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BB62B61-9B2C-AA43-82EF-DCC3691FC564}"/>
              </a:ext>
            </a:extLst>
          </p:cNvPr>
          <p:cNvPicPr>
            <a:picLocks noChangeAspect="1"/>
          </p:cNvPicPr>
          <p:nvPr/>
        </p:nvPicPr>
        <p:blipFill>
          <a:blip r:embed="rId2"/>
          <a:stretch>
            <a:fillRect/>
          </a:stretch>
        </p:blipFill>
        <p:spPr>
          <a:xfrm>
            <a:off x="302261" y="59630"/>
            <a:ext cx="586977" cy="628904"/>
          </a:xfrm>
          <a:prstGeom prst="rect">
            <a:avLst/>
          </a:prstGeom>
        </p:spPr>
      </p:pic>
      <p:pic>
        <p:nvPicPr>
          <p:cNvPr id="10" name="图片 9">
            <a:extLst>
              <a:ext uri="{FF2B5EF4-FFF2-40B4-BE49-F238E27FC236}">
                <a16:creationId xmlns:a16="http://schemas.microsoft.com/office/drawing/2014/main" id="{2325D23D-9DEF-5743-A127-8426086BDEAB}"/>
              </a:ext>
            </a:extLst>
          </p:cNvPr>
          <p:cNvPicPr>
            <a:picLocks noChangeAspect="1"/>
          </p:cNvPicPr>
          <p:nvPr/>
        </p:nvPicPr>
        <p:blipFill>
          <a:blip r:embed="rId3"/>
          <a:stretch>
            <a:fillRect/>
          </a:stretch>
        </p:blipFill>
        <p:spPr>
          <a:xfrm>
            <a:off x="0" y="736166"/>
            <a:ext cx="12192000" cy="9236"/>
          </a:xfrm>
          <a:prstGeom prst="rect">
            <a:avLst/>
          </a:prstGeom>
          <a:solidFill>
            <a:srgbClr val="FF0000"/>
          </a:solidFill>
          <a:ln>
            <a:solidFill>
              <a:srgbClr val="FF0000"/>
            </a:solidFill>
          </a:ln>
        </p:spPr>
      </p:pic>
      <p:pic>
        <p:nvPicPr>
          <p:cNvPr id="11" name="图片 10">
            <a:extLst>
              <a:ext uri="{FF2B5EF4-FFF2-40B4-BE49-F238E27FC236}">
                <a16:creationId xmlns:a16="http://schemas.microsoft.com/office/drawing/2014/main" id="{204146AB-4A32-CE44-AF6A-CD8A3B28B5A6}"/>
              </a:ext>
            </a:extLst>
          </p:cNvPr>
          <p:cNvPicPr>
            <a:picLocks noChangeAspect="1"/>
          </p:cNvPicPr>
          <p:nvPr/>
        </p:nvPicPr>
        <p:blipFill>
          <a:blip r:embed="rId4"/>
          <a:stretch>
            <a:fillRect/>
          </a:stretch>
        </p:blipFill>
        <p:spPr>
          <a:xfrm>
            <a:off x="10070592" y="313267"/>
            <a:ext cx="1005840" cy="236220"/>
          </a:xfrm>
          <a:prstGeom prst="rect">
            <a:avLst/>
          </a:prstGeom>
        </p:spPr>
      </p:pic>
      <p:pic>
        <p:nvPicPr>
          <p:cNvPr id="12" name="图片 11">
            <a:extLst>
              <a:ext uri="{FF2B5EF4-FFF2-40B4-BE49-F238E27FC236}">
                <a16:creationId xmlns:a16="http://schemas.microsoft.com/office/drawing/2014/main" id="{890EC7C9-7FDC-0E4E-990C-B4D0088CFEBF}"/>
              </a:ext>
            </a:extLst>
          </p:cNvPr>
          <p:cNvPicPr>
            <a:picLocks noChangeAspect="1"/>
          </p:cNvPicPr>
          <p:nvPr/>
        </p:nvPicPr>
        <p:blipFill>
          <a:blip r:embed="rId5"/>
          <a:stretch>
            <a:fillRect/>
          </a:stretch>
        </p:blipFill>
        <p:spPr>
          <a:xfrm>
            <a:off x="11148895" y="403945"/>
            <a:ext cx="869369" cy="125476"/>
          </a:xfrm>
          <a:prstGeom prst="rect">
            <a:avLst/>
          </a:prstGeom>
        </p:spPr>
      </p:pic>
      <p:pic>
        <p:nvPicPr>
          <p:cNvPr id="13" name="图片 12">
            <a:extLst>
              <a:ext uri="{FF2B5EF4-FFF2-40B4-BE49-F238E27FC236}">
                <a16:creationId xmlns:a16="http://schemas.microsoft.com/office/drawing/2014/main" id="{00751D9E-BB1D-6E42-A8F9-4C1BF32C4584}"/>
              </a:ext>
            </a:extLst>
          </p:cNvPr>
          <p:cNvPicPr>
            <a:picLocks noChangeAspect="1"/>
          </p:cNvPicPr>
          <p:nvPr/>
        </p:nvPicPr>
        <p:blipFill>
          <a:blip r:embed="rId6"/>
          <a:stretch>
            <a:fillRect/>
          </a:stretch>
        </p:blipFill>
        <p:spPr>
          <a:xfrm>
            <a:off x="10035254" y="311042"/>
            <a:ext cx="203605" cy="254507"/>
          </a:xfrm>
          <a:prstGeom prst="rect">
            <a:avLst/>
          </a:prstGeom>
        </p:spPr>
      </p:pic>
      <p:sp>
        <p:nvSpPr>
          <p:cNvPr id="14" name="标题 1">
            <a:extLst>
              <a:ext uri="{FF2B5EF4-FFF2-40B4-BE49-F238E27FC236}">
                <a16:creationId xmlns:a16="http://schemas.microsoft.com/office/drawing/2014/main" id="{C16EBA98-D417-3C44-979A-9929F5008F53}"/>
              </a:ext>
            </a:extLst>
          </p:cNvPr>
          <p:cNvSpPr txBox="1"/>
          <p:nvPr/>
        </p:nvSpPr>
        <p:spPr>
          <a:xfrm>
            <a:off x="924576" y="195295"/>
            <a:ext cx="4402336" cy="5170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Microsoft YaHei" charset="0"/>
                <a:ea typeface="Microsoft YaHei" charset="0"/>
                <a:cs typeface="Microsoft YaHei" charset="0"/>
              </a:rPr>
              <a:t>***-</a:t>
            </a:r>
            <a:r>
              <a:rPr lang="zh-CN" altLang="en-US" sz="2400" dirty="0">
                <a:latin typeface="Microsoft YaHei" charset="0"/>
                <a:ea typeface="Microsoft YaHei" charset="0"/>
                <a:cs typeface="Microsoft YaHei" charset="0"/>
              </a:rPr>
              <a:t>上半年事项汇总</a:t>
            </a:r>
          </a:p>
        </p:txBody>
      </p:sp>
      <p:pic>
        <p:nvPicPr>
          <p:cNvPr id="15" name="图片 14">
            <a:extLst>
              <a:ext uri="{FF2B5EF4-FFF2-40B4-BE49-F238E27FC236}">
                <a16:creationId xmlns:a16="http://schemas.microsoft.com/office/drawing/2014/main" id="{EFDA063A-E2C9-EB43-8F53-0228F4469D66}"/>
              </a:ext>
            </a:extLst>
          </p:cNvPr>
          <p:cNvPicPr>
            <a:picLocks noChangeAspect="1"/>
          </p:cNvPicPr>
          <p:nvPr/>
        </p:nvPicPr>
        <p:blipFill>
          <a:blip r:embed="rId7"/>
          <a:stretch>
            <a:fillRect/>
          </a:stretch>
        </p:blipFill>
        <p:spPr>
          <a:xfrm>
            <a:off x="-169944" y="-374177"/>
            <a:ext cx="1612664" cy="1612664"/>
          </a:xfrm>
          <a:prstGeom prst="rect">
            <a:avLst/>
          </a:prstGeom>
        </p:spPr>
      </p:pic>
    </p:spTree>
    <p:extLst>
      <p:ext uri="{BB962C8B-B14F-4D97-AF65-F5344CB8AC3E}">
        <p14:creationId xmlns:p14="http://schemas.microsoft.com/office/powerpoint/2010/main" val="1826346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p:nvPr/>
        </p:nvSpPr>
        <p:spPr>
          <a:xfrm>
            <a:off x="-17537" y="2222478"/>
            <a:ext cx="1682646" cy="1682646"/>
          </a:xfrm>
          <a:prstGeom prst="rect">
            <a:avLst/>
          </a:prstGeom>
          <a:solidFill>
            <a:srgbClr val="2E1752"/>
          </a:solidFill>
          <a:ln w="12700">
            <a:miter lim="400000"/>
          </a:ln>
        </p:spPr>
        <p:txBody>
          <a:bodyPr lIns="25400" tIns="25400" rIns="25400" bIns="25400" anchor="ctr"/>
          <a:lstStyle>
            <a:lvl1pPr>
              <a:defRPr sz="12000" b="1">
                <a:solidFill>
                  <a:srgbClr val="FFFFFF"/>
                </a:solidFill>
                <a:latin typeface="Helvetica"/>
                <a:ea typeface="Helvetica"/>
                <a:cs typeface="Helvetica"/>
                <a:sym typeface="Helvetica"/>
              </a:defRPr>
            </a:lvl1pPr>
          </a:lstStyle>
          <a:p>
            <a:r>
              <a:rPr lang="zh-CN" altLang="en-US" sz="6000" dirty="0"/>
              <a:t> </a:t>
            </a:r>
            <a:r>
              <a:rPr sz="6000" dirty="0"/>
              <a:t>0</a:t>
            </a:r>
            <a:r>
              <a:rPr lang="en-US" altLang="zh-CN" sz="6000" dirty="0"/>
              <a:t>3</a:t>
            </a:r>
            <a:endParaRPr sz="6000" dirty="0"/>
          </a:p>
        </p:txBody>
      </p:sp>
      <p:sp>
        <p:nvSpPr>
          <p:cNvPr id="123" name="Shape 123"/>
          <p:cNvSpPr/>
          <p:nvPr/>
        </p:nvSpPr>
        <p:spPr>
          <a:xfrm>
            <a:off x="1666396" y="2222478"/>
            <a:ext cx="10520277" cy="1682646"/>
          </a:xfrm>
          <a:prstGeom prst="rect">
            <a:avLst/>
          </a:prstGeom>
          <a:solidFill>
            <a:srgbClr val="EC4050"/>
          </a:solidFill>
          <a:ln w="12700">
            <a:miter lim="400000"/>
          </a:ln>
        </p:spPr>
        <p:txBody>
          <a:bodyPr lIns="25400" tIns="25400" rIns="25400" bIns="25400" anchor="ctr"/>
          <a:lstStyle>
            <a:lvl1pPr algn="l">
              <a:defRPr sz="6800" b="1">
                <a:solidFill>
                  <a:srgbClr val="FFFFFF"/>
                </a:solidFill>
                <a:latin typeface="Helvetica"/>
                <a:ea typeface="Helvetica"/>
                <a:cs typeface="Helvetica"/>
                <a:sym typeface="Helvetica"/>
              </a:defRPr>
            </a:lvl1pPr>
          </a:lstStyle>
          <a:p>
            <a:r>
              <a:rPr sz="3400" dirty="0"/>
              <a:t> </a:t>
            </a:r>
            <a:r>
              <a:rPr lang="zh-CN" altLang="en-US" sz="3400" dirty="0"/>
              <a:t>***平台</a:t>
            </a:r>
            <a:endParaRPr sz="3400" dirty="0"/>
          </a:p>
        </p:txBody>
      </p:sp>
    </p:spTree>
    <p:extLst>
      <p:ext uri="{BB962C8B-B14F-4D97-AF65-F5344CB8AC3E}">
        <p14:creationId xmlns:p14="http://schemas.microsoft.com/office/powerpoint/2010/main" val="36847699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BB62B61-9B2C-AA43-82EF-DCC3691FC564}"/>
              </a:ext>
            </a:extLst>
          </p:cNvPr>
          <p:cNvPicPr>
            <a:picLocks noChangeAspect="1"/>
          </p:cNvPicPr>
          <p:nvPr/>
        </p:nvPicPr>
        <p:blipFill>
          <a:blip r:embed="rId2"/>
          <a:stretch>
            <a:fillRect/>
          </a:stretch>
        </p:blipFill>
        <p:spPr>
          <a:xfrm>
            <a:off x="302261" y="59630"/>
            <a:ext cx="586977" cy="628904"/>
          </a:xfrm>
          <a:prstGeom prst="rect">
            <a:avLst/>
          </a:prstGeom>
        </p:spPr>
      </p:pic>
      <p:pic>
        <p:nvPicPr>
          <p:cNvPr id="10" name="图片 9">
            <a:extLst>
              <a:ext uri="{FF2B5EF4-FFF2-40B4-BE49-F238E27FC236}">
                <a16:creationId xmlns:a16="http://schemas.microsoft.com/office/drawing/2014/main" id="{2325D23D-9DEF-5743-A127-8426086BDEAB}"/>
              </a:ext>
            </a:extLst>
          </p:cNvPr>
          <p:cNvPicPr>
            <a:picLocks noChangeAspect="1"/>
          </p:cNvPicPr>
          <p:nvPr/>
        </p:nvPicPr>
        <p:blipFill>
          <a:blip r:embed="rId3"/>
          <a:stretch>
            <a:fillRect/>
          </a:stretch>
        </p:blipFill>
        <p:spPr>
          <a:xfrm>
            <a:off x="0" y="736166"/>
            <a:ext cx="12192000" cy="9236"/>
          </a:xfrm>
          <a:prstGeom prst="rect">
            <a:avLst/>
          </a:prstGeom>
          <a:solidFill>
            <a:srgbClr val="FF0000"/>
          </a:solidFill>
          <a:ln>
            <a:solidFill>
              <a:srgbClr val="FF0000"/>
            </a:solidFill>
          </a:ln>
        </p:spPr>
      </p:pic>
      <p:pic>
        <p:nvPicPr>
          <p:cNvPr id="11" name="图片 10">
            <a:extLst>
              <a:ext uri="{FF2B5EF4-FFF2-40B4-BE49-F238E27FC236}">
                <a16:creationId xmlns:a16="http://schemas.microsoft.com/office/drawing/2014/main" id="{204146AB-4A32-CE44-AF6A-CD8A3B28B5A6}"/>
              </a:ext>
            </a:extLst>
          </p:cNvPr>
          <p:cNvPicPr>
            <a:picLocks noChangeAspect="1"/>
          </p:cNvPicPr>
          <p:nvPr/>
        </p:nvPicPr>
        <p:blipFill>
          <a:blip r:embed="rId4"/>
          <a:stretch>
            <a:fillRect/>
          </a:stretch>
        </p:blipFill>
        <p:spPr>
          <a:xfrm>
            <a:off x="10070592" y="313267"/>
            <a:ext cx="1005840" cy="236220"/>
          </a:xfrm>
          <a:prstGeom prst="rect">
            <a:avLst/>
          </a:prstGeom>
        </p:spPr>
      </p:pic>
      <p:pic>
        <p:nvPicPr>
          <p:cNvPr id="12" name="图片 11">
            <a:extLst>
              <a:ext uri="{FF2B5EF4-FFF2-40B4-BE49-F238E27FC236}">
                <a16:creationId xmlns:a16="http://schemas.microsoft.com/office/drawing/2014/main" id="{890EC7C9-7FDC-0E4E-990C-B4D0088CFEBF}"/>
              </a:ext>
            </a:extLst>
          </p:cNvPr>
          <p:cNvPicPr>
            <a:picLocks noChangeAspect="1"/>
          </p:cNvPicPr>
          <p:nvPr/>
        </p:nvPicPr>
        <p:blipFill>
          <a:blip r:embed="rId5"/>
          <a:stretch>
            <a:fillRect/>
          </a:stretch>
        </p:blipFill>
        <p:spPr>
          <a:xfrm>
            <a:off x="11148895" y="403945"/>
            <a:ext cx="869369" cy="125476"/>
          </a:xfrm>
          <a:prstGeom prst="rect">
            <a:avLst/>
          </a:prstGeom>
        </p:spPr>
      </p:pic>
      <p:pic>
        <p:nvPicPr>
          <p:cNvPr id="13" name="图片 12">
            <a:extLst>
              <a:ext uri="{FF2B5EF4-FFF2-40B4-BE49-F238E27FC236}">
                <a16:creationId xmlns:a16="http://schemas.microsoft.com/office/drawing/2014/main" id="{00751D9E-BB1D-6E42-A8F9-4C1BF32C4584}"/>
              </a:ext>
            </a:extLst>
          </p:cNvPr>
          <p:cNvPicPr>
            <a:picLocks noChangeAspect="1"/>
          </p:cNvPicPr>
          <p:nvPr/>
        </p:nvPicPr>
        <p:blipFill>
          <a:blip r:embed="rId6"/>
          <a:stretch>
            <a:fillRect/>
          </a:stretch>
        </p:blipFill>
        <p:spPr>
          <a:xfrm>
            <a:off x="10035254" y="311042"/>
            <a:ext cx="203605" cy="254507"/>
          </a:xfrm>
          <a:prstGeom prst="rect">
            <a:avLst/>
          </a:prstGeom>
        </p:spPr>
      </p:pic>
      <p:sp>
        <p:nvSpPr>
          <p:cNvPr id="14" name="标题 1">
            <a:extLst>
              <a:ext uri="{FF2B5EF4-FFF2-40B4-BE49-F238E27FC236}">
                <a16:creationId xmlns:a16="http://schemas.microsoft.com/office/drawing/2014/main" id="{C16EBA98-D417-3C44-979A-9929F5008F53}"/>
              </a:ext>
            </a:extLst>
          </p:cNvPr>
          <p:cNvSpPr txBox="1"/>
          <p:nvPr/>
        </p:nvSpPr>
        <p:spPr>
          <a:xfrm>
            <a:off x="924576" y="195295"/>
            <a:ext cx="4402336" cy="5170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Microsoft YaHei" charset="0"/>
                <a:ea typeface="Microsoft YaHei" charset="0"/>
                <a:cs typeface="Microsoft YaHei" charset="0"/>
              </a:rPr>
              <a:t>***-</a:t>
            </a:r>
            <a:r>
              <a:rPr lang="zh-CN" altLang="en-US" sz="2400" dirty="0">
                <a:latin typeface="Microsoft YaHei" charset="0"/>
                <a:ea typeface="Microsoft YaHei" charset="0"/>
                <a:cs typeface="Microsoft YaHei" charset="0"/>
              </a:rPr>
              <a:t>上半年事项汇总</a:t>
            </a:r>
          </a:p>
        </p:txBody>
      </p:sp>
      <p:pic>
        <p:nvPicPr>
          <p:cNvPr id="15" name="图片 14">
            <a:extLst>
              <a:ext uri="{FF2B5EF4-FFF2-40B4-BE49-F238E27FC236}">
                <a16:creationId xmlns:a16="http://schemas.microsoft.com/office/drawing/2014/main" id="{EFDA063A-E2C9-EB43-8F53-0228F4469D66}"/>
              </a:ext>
            </a:extLst>
          </p:cNvPr>
          <p:cNvPicPr>
            <a:picLocks noChangeAspect="1"/>
          </p:cNvPicPr>
          <p:nvPr/>
        </p:nvPicPr>
        <p:blipFill>
          <a:blip r:embed="rId7"/>
          <a:stretch>
            <a:fillRect/>
          </a:stretch>
        </p:blipFill>
        <p:spPr>
          <a:xfrm>
            <a:off x="-210583" y="-402387"/>
            <a:ext cx="1612664" cy="1612664"/>
          </a:xfrm>
          <a:prstGeom prst="rect">
            <a:avLst/>
          </a:prstGeom>
        </p:spPr>
      </p:pic>
    </p:spTree>
    <p:extLst>
      <p:ext uri="{BB962C8B-B14F-4D97-AF65-F5344CB8AC3E}">
        <p14:creationId xmlns:p14="http://schemas.microsoft.com/office/powerpoint/2010/main" val="3306207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p:nvPr/>
        </p:nvSpPr>
        <p:spPr>
          <a:xfrm>
            <a:off x="-17537" y="2222478"/>
            <a:ext cx="1682646" cy="1682646"/>
          </a:xfrm>
          <a:prstGeom prst="rect">
            <a:avLst/>
          </a:prstGeom>
          <a:solidFill>
            <a:srgbClr val="2E1752"/>
          </a:solidFill>
          <a:ln w="12700">
            <a:miter lim="400000"/>
          </a:ln>
        </p:spPr>
        <p:txBody>
          <a:bodyPr lIns="25400" tIns="25400" rIns="25400" bIns="25400" anchor="ctr"/>
          <a:lstStyle>
            <a:lvl1pPr>
              <a:defRPr sz="12000" b="1">
                <a:solidFill>
                  <a:srgbClr val="FFFFFF"/>
                </a:solidFill>
                <a:latin typeface="Helvetica"/>
                <a:ea typeface="Helvetica"/>
                <a:cs typeface="Helvetica"/>
                <a:sym typeface="Helvetica"/>
              </a:defRPr>
            </a:lvl1pPr>
          </a:lstStyle>
          <a:p>
            <a:r>
              <a:rPr lang="zh-CN" altLang="en-US" sz="6000" dirty="0"/>
              <a:t> </a:t>
            </a:r>
            <a:r>
              <a:rPr sz="6000" dirty="0"/>
              <a:t>0</a:t>
            </a:r>
            <a:r>
              <a:rPr lang="en-US" altLang="zh-CN" sz="6000" dirty="0"/>
              <a:t>4</a:t>
            </a:r>
            <a:endParaRPr sz="6000" dirty="0"/>
          </a:p>
        </p:txBody>
      </p:sp>
      <p:sp>
        <p:nvSpPr>
          <p:cNvPr id="123" name="Shape 123"/>
          <p:cNvSpPr/>
          <p:nvPr/>
        </p:nvSpPr>
        <p:spPr>
          <a:xfrm>
            <a:off x="1666396" y="2222478"/>
            <a:ext cx="10520277" cy="1682646"/>
          </a:xfrm>
          <a:prstGeom prst="rect">
            <a:avLst/>
          </a:prstGeom>
          <a:solidFill>
            <a:srgbClr val="EC4050"/>
          </a:solidFill>
          <a:ln w="12700">
            <a:miter lim="400000"/>
          </a:ln>
        </p:spPr>
        <p:txBody>
          <a:bodyPr lIns="25400" tIns="25400" rIns="25400" bIns="25400" anchor="ctr"/>
          <a:lstStyle>
            <a:lvl1pPr algn="l">
              <a:defRPr sz="6800" b="1">
                <a:solidFill>
                  <a:srgbClr val="FFFFFF"/>
                </a:solidFill>
                <a:latin typeface="Helvetica"/>
                <a:ea typeface="Helvetica"/>
                <a:cs typeface="Helvetica"/>
                <a:sym typeface="Helvetica"/>
              </a:defRPr>
            </a:lvl1pPr>
          </a:lstStyle>
          <a:p>
            <a:r>
              <a:rPr sz="3400" dirty="0"/>
              <a:t> </a:t>
            </a:r>
            <a:r>
              <a:rPr lang="zh-CN" altLang="en-US" sz="3400" dirty="0"/>
              <a:t>***应用</a:t>
            </a:r>
            <a:endParaRPr sz="3400" dirty="0"/>
          </a:p>
        </p:txBody>
      </p:sp>
    </p:spTree>
    <p:extLst>
      <p:ext uri="{BB962C8B-B14F-4D97-AF65-F5344CB8AC3E}">
        <p14:creationId xmlns:p14="http://schemas.microsoft.com/office/powerpoint/2010/main" val="4063658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BB62B61-9B2C-AA43-82EF-DCC3691FC564}"/>
              </a:ext>
            </a:extLst>
          </p:cNvPr>
          <p:cNvPicPr>
            <a:picLocks noChangeAspect="1"/>
          </p:cNvPicPr>
          <p:nvPr/>
        </p:nvPicPr>
        <p:blipFill>
          <a:blip r:embed="rId2"/>
          <a:stretch>
            <a:fillRect/>
          </a:stretch>
        </p:blipFill>
        <p:spPr>
          <a:xfrm>
            <a:off x="302261" y="59630"/>
            <a:ext cx="586977" cy="628904"/>
          </a:xfrm>
          <a:prstGeom prst="rect">
            <a:avLst/>
          </a:prstGeom>
        </p:spPr>
      </p:pic>
      <p:pic>
        <p:nvPicPr>
          <p:cNvPr id="10" name="图片 9">
            <a:extLst>
              <a:ext uri="{FF2B5EF4-FFF2-40B4-BE49-F238E27FC236}">
                <a16:creationId xmlns:a16="http://schemas.microsoft.com/office/drawing/2014/main" id="{2325D23D-9DEF-5743-A127-8426086BDEAB}"/>
              </a:ext>
            </a:extLst>
          </p:cNvPr>
          <p:cNvPicPr>
            <a:picLocks noChangeAspect="1"/>
          </p:cNvPicPr>
          <p:nvPr/>
        </p:nvPicPr>
        <p:blipFill>
          <a:blip r:embed="rId3"/>
          <a:stretch>
            <a:fillRect/>
          </a:stretch>
        </p:blipFill>
        <p:spPr>
          <a:xfrm>
            <a:off x="0" y="736166"/>
            <a:ext cx="12192000" cy="9236"/>
          </a:xfrm>
          <a:prstGeom prst="rect">
            <a:avLst/>
          </a:prstGeom>
          <a:solidFill>
            <a:srgbClr val="FF0000"/>
          </a:solidFill>
          <a:ln>
            <a:solidFill>
              <a:srgbClr val="FF0000"/>
            </a:solidFill>
          </a:ln>
        </p:spPr>
      </p:pic>
      <p:pic>
        <p:nvPicPr>
          <p:cNvPr id="11" name="图片 10">
            <a:extLst>
              <a:ext uri="{FF2B5EF4-FFF2-40B4-BE49-F238E27FC236}">
                <a16:creationId xmlns:a16="http://schemas.microsoft.com/office/drawing/2014/main" id="{204146AB-4A32-CE44-AF6A-CD8A3B28B5A6}"/>
              </a:ext>
            </a:extLst>
          </p:cNvPr>
          <p:cNvPicPr>
            <a:picLocks noChangeAspect="1"/>
          </p:cNvPicPr>
          <p:nvPr/>
        </p:nvPicPr>
        <p:blipFill>
          <a:blip r:embed="rId4"/>
          <a:stretch>
            <a:fillRect/>
          </a:stretch>
        </p:blipFill>
        <p:spPr>
          <a:xfrm>
            <a:off x="10070592" y="313267"/>
            <a:ext cx="1005840" cy="236220"/>
          </a:xfrm>
          <a:prstGeom prst="rect">
            <a:avLst/>
          </a:prstGeom>
        </p:spPr>
      </p:pic>
      <p:pic>
        <p:nvPicPr>
          <p:cNvPr id="12" name="图片 11">
            <a:extLst>
              <a:ext uri="{FF2B5EF4-FFF2-40B4-BE49-F238E27FC236}">
                <a16:creationId xmlns:a16="http://schemas.microsoft.com/office/drawing/2014/main" id="{890EC7C9-7FDC-0E4E-990C-B4D0088CFEBF}"/>
              </a:ext>
            </a:extLst>
          </p:cNvPr>
          <p:cNvPicPr>
            <a:picLocks noChangeAspect="1"/>
          </p:cNvPicPr>
          <p:nvPr/>
        </p:nvPicPr>
        <p:blipFill>
          <a:blip r:embed="rId5"/>
          <a:stretch>
            <a:fillRect/>
          </a:stretch>
        </p:blipFill>
        <p:spPr>
          <a:xfrm>
            <a:off x="11148895" y="403945"/>
            <a:ext cx="869369" cy="125476"/>
          </a:xfrm>
          <a:prstGeom prst="rect">
            <a:avLst/>
          </a:prstGeom>
        </p:spPr>
      </p:pic>
      <p:pic>
        <p:nvPicPr>
          <p:cNvPr id="13" name="图片 12">
            <a:extLst>
              <a:ext uri="{FF2B5EF4-FFF2-40B4-BE49-F238E27FC236}">
                <a16:creationId xmlns:a16="http://schemas.microsoft.com/office/drawing/2014/main" id="{00751D9E-BB1D-6E42-A8F9-4C1BF32C4584}"/>
              </a:ext>
            </a:extLst>
          </p:cNvPr>
          <p:cNvPicPr>
            <a:picLocks noChangeAspect="1"/>
          </p:cNvPicPr>
          <p:nvPr/>
        </p:nvPicPr>
        <p:blipFill>
          <a:blip r:embed="rId6"/>
          <a:stretch>
            <a:fillRect/>
          </a:stretch>
        </p:blipFill>
        <p:spPr>
          <a:xfrm>
            <a:off x="10035254" y="311042"/>
            <a:ext cx="203605" cy="254507"/>
          </a:xfrm>
          <a:prstGeom prst="rect">
            <a:avLst/>
          </a:prstGeom>
        </p:spPr>
      </p:pic>
      <p:sp>
        <p:nvSpPr>
          <p:cNvPr id="14" name="标题 1">
            <a:extLst>
              <a:ext uri="{FF2B5EF4-FFF2-40B4-BE49-F238E27FC236}">
                <a16:creationId xmlns:a16="http://schemas.microsoft.com/office/drawing/2014/main" id="{C16EBA98-D417-3C44-979A-9929F5008F53}"/>
              </a:ext>
            </a:extLst>
          </p:cNvPr>
          <p:cNvSpPr txBox="1"/>
          <p:nvPr/>
        </p:nvSpPr>
        <p:spPr>
          <a:xfrm>
            <a:off x="924576" y="195295"/>
            <a:ext cx="4402336" cy="5170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dirty="0">
                <a:latin typeface="Microsoft YaHei" charset="0"/>
                <a:ea typeface="Microsoft YaHei" charset="0"/>
                <a:cs typeface="Microsoft YaHei" charset="0"/>
              </a:rPr>
              <a:t>***-</a:t>
            </a:r>
            <a:r>
              <a:rPr lang="zh-CN" altLang="en-US" sz="2400" dirty="0">
                <a:latin typeface="Microsoft YaHei" charset="0"/>
                <a:ea typeface="Microsoft YaHei" charset="0"/>
                <a:cs typeface="Microsoft YaHei" charset="0"/>
              </a:rPr>
              <a:t>上半年事项汇总</a:t>
            </a:r>
          </a:p>
        </p:txBody>
      </p:sp>
      <p:pic>
        <p:nvPicPr>
          <p:cNvPr id="15" name="图片 14">
            <a:extLst>
              <a:ext uri="{FF2B5EF4-FFF2-40B4-BE49-F238E27FC236}">
                <a16:creationId xmlns:a16="http://schemas.microsoft.com/office/drawing/2014/main" id="{EFDA063A-E2C9-EB43-8F53-0228F4469D66}"/>
              </a:ext>
            </a:extLst>
          </p:cNvPr>
          <p:cNvPicPr>
            <a:picLocks noChangeAspect="1"/>
          </p:cNvPicPr>
          <p:nvPr/>
        </p:nvPicPr>
        <p:blipFill>
          <a:blip r:embed="rId7"/>
          <a:stretch>
            <a:fillRect/>
          </a:stretch>
        </p:blipFill>
        <p:spPr>
          <a:xfrm>
            <a:off x="-169944" y="-374177"/>
            <a:ext cx="1612664" cy="1612664"/>
          </a:xfrm>
          <a:prstGeom prst="rect">
            <a:avLst/>
          </a:prstGeom>
        </p:spPr>
      </p:pic>
    </p:spTree>
    <p:extLst>
      <p:ext uri="{BB962C8B-B14F-4D97-AF65-F5344CB8AC3E}">
        <p14:creationId xmlns:p14="http://schemas.microsoft.com/office/powerpoint/2010/main" val="41438576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f5a3406f-ac59-45ff-8c20-2f566312124a"/>
</p:tagLst>
</file>

<file path=ppt/theme/_rels/theme4.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8647</TotalTime>
  <Words>738</Words>
  <Application>Microsoft Macintosh PowerPoint</Application>
  <PresentationFormat>宽屏</PresentationFormat>
  <Paragraphs>78</Paragraphs>
  <Slides>13</Slides>
  <Notes>8</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13</vt:i4>
      </vt:variant>
    </vt:vector>
  </HeadingPairs>
  <TitlesOfParts>
    <vt:vector size="27" baseType="lpstr">
      <vt:lpstr>等线</vt:lpstr>
      <vt:lpstr>等线 Light</vt:lpstr>
      <vt:lpstr>微软雅黑</vt:lpstr>
      <vt:lpstr>微软雅黑</vt:lpstr>
      <vt:lpstr>Arial</vt:lpstr>
      <vt:lpstr>Consolas</vt:lpstr>
      <vt:lpstr>Helvetica</vt:lpstr>
      <vt:lpstr>Helvetica Light</vt:lpstr>
      <vt:lpstr>Helvetica Neue</vt:lpstr>
      <vt:lpstr>Verdana</vt:lpstr>
      <vt:lpstr>Wingdings</vt:lpstr>
      <vt:lpstr>webwppDefTheme</vt:lpstr>
      <vt:lpstr>White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User</cp:lastModifiedBy>
  <cp:revision>842</cp:revision>
  <dcterms:created xsi:type="dcterms:W3CDTF">2019-12-29T01:15:44Z</dcterms:created>
  <dcterms:modified xsi:type="dcterms:W3CDTF">2022-12-29T02:50:53Z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